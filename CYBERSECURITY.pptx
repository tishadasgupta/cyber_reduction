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65" r:id="rId2"/>
    <p:sldId id="266" r:id="rId3"/>
    <p:sldId id="274" r:id="rId4"/>
    <p:sldId id="280" r:id="rId5"/>
    <p:sldId id="281" r:id="rId6"/>
    <p:sldId id="282" r:id="rId7"/>
    <p:sldId id="283" r:id="rId8"/>
    <p:sldId id="284" r:id="rId9"/>
    <p:sldId id="285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0D9359-0BB3-4D56-AEE4-4E0D3C0B5FD5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76DF42-6132-43DE-A47F-AF525D8165F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Preserve context &amp; formatting.</a:t>
          </a:r>
        </a:p>
      </dgm:t>
    </dgm:pt>
    <dgm:pt modelId="{AC3C0C32-D7D8-436F-A70F-19B76C615749}" type="parTrans" cxnId="{EAF556E2-01A6-487E-A49C-5932D237BB23}">
      <dgm:prSet/>
      <dgm:spPr/>
      <dgm:t>
        <a:bodyPr/>
        <a:lstStyle/>
        <a:p>
          <a:endParaRPr lang="en-US"/>
        </a:p>
      </dgm:t>
    </dgm:pt>
    <dgm:pt modelId="{7D4E0BDB-8CC3-4AC5-945A-B028BA677AB6}" type="sibTrans" cxnId="{EAF556E2-01A6-487E-A49C-5932D237BB23}">
      <dgm:prSet/>
      <dgm:spPr/>
      <dgm:t>
        <a:bodyPr/>
        <a:lstStyle/>
        <a:p>
          <a:endParaRPr lang="en-US"/>
        </a:p>
      </dgm:t>
    </dgm:pt>
    <dgm:pt modelId="{9BF9C53E-D676-46CE-AA79-2F98FE1291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Detect unseen/random names.</a:t>
          </a:r>
        </a:p>
      </dgm:t>
    </dgm:pt>
    <dgm:pt modelId="{EF86CF75-0D6A-440F-B233-FC4F3BA4D3E1}" type="parTrans" cxnId="{547BE235-BB04-45C3-BDC2-BDE81159202C}">
      <dgm:prSet/>
      <dgm:spPr/>
      <dgm:t>
        <a:bodyPr/>
        <a:lstStyle/>
        <a:p>
          <a:endParaRPr lang="en-US"/>
        </a:p>
      </dgm:t>
    </dgm:pt>
    <dgm:pt modelId="{EF0E81C5-6BF7-41BA-97C0-414CC35FD94B}" type="sibTrans" cxnId="{547BE235-BB04-45C3-BDC2-BDE81159202C}">
      <dgm:prSet/>
      <dgm:spPr/>
      <dgm:t>
        <a:bodyPr/>
        <a:lstStyle/>
        <a:p>
          <a:endParaRPr lang="en-US"/>
        </a:p>
      </dgm:t>
    </dgm:pt>
    <dgm:pt modelId="{D9C08768-8E8C-4150-94D7-503DAA4A1A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Avoid over-redaction (e.g., keeping words like "Hotel").</a:t>
          </a:r>
        </a:p>
      </dgm:t>
    </dgm:pt>
    <dgm:pt modelId="{6D85E365-9E96-439F-A3B1-2387596D31C7}" type="parTrans" cxnId="{F518E291-BA4B-4BBF-A5B5-228C08FEB101}">
      <dgm:prSet/>
      <dgm:spPr/>
      <dgm:t>
        <a:bodyPr/>
        <a:lstStyle/>
        <a:p>
          <a:endParaRPr lang="en-US"/>
        </a:p>
      </dgm:t>
    </dgm:pt>
    <dgm:pt modelId="{15833EFB-C683-4DBA-ADFB-BFE5B72D9CA7}" type="sibTrans" cxnId="{F518E291-BA4B-4BBF-A5B5-228C08FEB101}">
      <dgm:prSet/>
      <dgm:spPr/>
      <dgm:t>
        <a:bodyPr/>
        <a:lstStyle/>
        <a:p>
          <a:endParaRPr lang="en-US"/>
        </a:p>
      </dgm:t>
    </dgm:pt>
    <dgm:pt modelId="{BD774570-2599-4855-ADC4-79D0729EC979}" type="pres">
      <dgm:prSet presAssocID="{DE0D9359-0BB3-4D56-AEE4-4E0D3C0B5FD5}" presName="root" presStyleCnt="0">
        <dgm:presLayoutVars>
          <dgm:dir/>
          <dgm:resizeHandles val="exact"/>
        </dgm:presLayoutVars>
      </dgm:prSet>
      <dgm:spPr/>
    </dgm:pt>
    <dgm:pt modelId="{6E46C4D4-564E-46C8-8169-9337ADCEE13C}" type="pres">
      <dgm:prSet presAssocID="{3A76DF42-6132-43DE-A47F-AF525D8165FD}" presName="compNode" presStyleCnt="0"/>
      <dgm:spPr/>
    </dgm:pt>
    <dgm:pt modelId="{EC1E436F-2E5E-4D82-9DCA-45EDBC868A91}" type="pres">
      <dgm:prSet presAssocID="{3A76DF42-6132-43DE-A47F-AF525D8165FD}" presName="iconBgRect" presStyleLbl="bgShp" presStyleIdx="0" presStyleCnt="3"/>
      <dgm:spPr/>
    </dgm:pt>
    <dgm:pt modelId="{FF9FB9F2-E481-4278-869B-FCFE1D2AFAA7}" type="pres">
      <dgm:prSet presAssocID="{3A76DF42-6132-43DE-A47F-AF525D8165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23BF0E49-125C-4384-96C8-082D6959E0DA}" type="pres">
      <dgm:prSet presAssocID="{3A76DF42-6132-43DE-A47F-AF525D8165FD}" presName="spaceRect" presStyleCnt="0"/>
      <dgm:spPr/>
    </dgm:pt>
    <dgm:pt modelId="{84513207-DFC9-4668-9AC6-D8793CE268F8}" type="pres">
      <dgm:prSet presAssocID="{3A76DF42-6132-43DE-A47F-AF525D8165FD}" presName="textRect" presStyleLbl="revTx" presStyleIdx="0" presStyleCnt="3">
        <dgm:presLayoutVars>
          <dgm:chMax val="1"/>
          <dgm:chPref val="1"/>
        </dgm:presLayoutVars>
      </dgm:prSet>
      <dgm:spPr/>
    </dgm:pt>
    <dgm:pt modelId="{66BA9A8E-207C-41DA-B906-B9A25BBAC215}" type="pres">
      <dgm:prSet presAssocID="{7D4E0BDB-8CC3-4AC5-945A-B028BA677AB6}" presName="sibTrans" presStyleCnt="0"/>
      <dgm:spPr/>
    </dgm:pt>
    <dgm:pt modelId="{67FB77C8-E02D-4D5D-86F5-A03E396F67CE}" type="pres">
      <dgm:prSet presAssocID="{9BF9C53E-D676-46CE-AA79-2F98FE1291CC}" presName="compNode" presStyleCnt="0"/>
      <dgm:spPr/>
    </dgm:pt>
    <dgm:pt modelId="{58DB0510-ABB0-43B3-B691-DE4B590C7E57}" type="pres">
      <dgm:prSet presAssocID="{9BF9C53E-D676-46CE-AA79-2F98FE1291CC}" presName="iconBgRect" presStyleLbl="bgShp" presStyleIdx="1" presStyleCnt="3"/>
      <dgm:spPr/>
    </dgm:pt>
    <dgm:pt modelId="{E9F0C9B3-A13C-4857-A863-B51AAEDFC1BF}" type="pres">
      <dgm:prSet presAssocID="{9BF9C53E-D676-46CE-AA79-2F98FE1291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836D282C-3B30-45E4-A166-E1982E4A0C38}" type="pres">
      <dgm:prSet presAssocID="{9BF9C53E-D676-46CE-AA79-2F98FE1291CC}" presName="spaceRect" presStyleCnt="0"/>
      <dgm:spPr/>
    </dgm:pt>
    <dgm:pt modelId="{85B83E3B-BF42-4AEA-BB5F-ACA448B0DC60}" type="pres">
      <dgm:prSet presAssocID="{9BF9C53E-D676-46CE-AA79-2F98FE1291CC}" presName="textRect" presStyleLbl="revTx" presStyleIdx="1" presStyleCnt="3">
        <dgm:presLayoutVars>
          <dgm:chMax val="1"/>
          <dgm:chPref val="1"/>
        </dgm:presLayoutVars>
      </dgm:prSet>
      <dgm:spPr/>
    </dgm:pt>
    <dgm:pt modelId="{6AA0207A-2538-4D85-9B7B-BE08140BA51F}" type="pres">
      <dgm:prSet presAssocID="{EF0E81C5-6BF7-41BA-97C0-414CC35FD94B}" presName="sibTrans" presStyleCnt="0"/>
      <dgm:spPr/>
    </dgm:pt>
    <dgm:pt modelId="{6B0EC79F-E6CF-4FDB-9258-A5DF0DFF81F5}" type="pres">
      <dgm:prSet presAssocID="{D9C08768-8E8C-4150-94D7-503DAA4A1A84}" presName="compNode" presStyleCnt="0"/>
      <dgm:spPr/>
    </dgm:pt>
    <dgm:pt modelId="{A5CE3D9B-7BE7-4839-8DC7-FF2B592D1426}" type="pres">
      <dgm:prSet presAssocID="{D9C08768-8E8C-4150-94D7-503DAA4A1A84}" presName="iconBgRect" presStyleLbl="bgShp" presStyleIdx="2" presStyleCnt="3"/>
      <dgm:spPr/>
    </dgm:pt>
    <dgm:pt modelId="{E0AB0818-803F-4A30-8129-7FF201560ED9}" type="pres">
      <dgm:prSet presAssocID="{D9C08768-8E8C-4150-94D7-503DAA4A1A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A7AD5421-64D1-4D55-BF43-31F82427A475}" type="pres">
      <dgm:prSet presAssocID="{D9C08768-8E8C-4150-94D7-503DAA4A1A84}" presName="spaceRect" presStyleCnt="0"/>
      <dgm:spPr/>
    </dgm:pt>
    <dgm:pt modelId="{E57C91AF-EFAA-485E-9D48-D6B28083D90D}" type="pres">
      <dgm:prSet presAssocID="{D9C08768-8E8C-4150-94D7-503DAA4A1A8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A29FC12-01DE-4328-967E-14D007A1487D}" type="presOf" srcId="{9BF9C53E-D676-46CE-AA79-2F98FE1291CC}" destId="{85B83E3B-BF42-4AEA-BB5F-ACA448B0DC60}" srcOrd="0" destOrd="0" presId="urn:microsoft.com/office/officeart/2018/5/layout/IconCircleLabelList"/>
    <dgm:cxn modelId="{D608CB34-8089-4A27-9747-9B022D40CA65}" type="presOf" srcId="{DE0D9359-0BB3-4D56-AEE4-4E0D3C0B5FD5}" destId="{BD774570-2599-4855-ADC4-79D0729EC979}" srcOrd="0" destOrd="0" presId="urn:microsoft.com/office/officeart/2018/5/layout/IconCircleLabelList"/>
    <dgm:cxn modelId="{547BE235-BB04-45C3-BDC2-BDE81159202C}" srcId="{DE0D9359-0BB3-4D56-AEE4-4E0D3C0B5FD5}" destId="{9BF9C53E-D676-46CE-AA79-2F98FE1291CC}" srcOrd="1" destOrd="0" parTransId="{EF86CF75-0D6A-440F-B233-FC4F3BA4D3E1}" sibTransId="{EF0E81C5-6BF7-41BA-97C0-414CC35FD94B}"/>
    <dgm:cxn modelId="{57B15B72-B609-4594-AC45-A3EF2F2D850A}" type="presOf" srcId="{3A76DF42-6132-43DE-A47F-AF525D8165FD}" destId="{84513207-DFC9-4668-9AC6-D8793CE268F8}" srcOrd="0" destOrd="0" presId="urn:microsoft.com/office/officeart/2018/5/layout/IconCircleLabelList"/>
    <dgm:cxn modelId="{6D18DB89-8FF6-42D7-B98A-7716C1BD8444}" type="presOf" srcId="{D9C08768-8E8C-4150-94D7-503DAA4A1A84}" destId="{E57C91AF-EFAA-485E-9D48-D6B28083D90D}" srcOrd="0" destOrd="0" presId="urn:microsoft.com/office/officeart/2018/5/layout/IconCircleLabelList"/>
    <dgm:cxn modelId="{F518E291-BA4B-4BBF-A5B5-228C08FEB101}" srcId="{DE0D9359-0BB3-4D56-AEE4-4E0D3C0B5FD5}" destId="{D9C08768-8E8C-4150-94D7-503DAA4A1A84}" srcOrd="2" destOrd="0" parTransId="{6D85E365-9E96-439F-A3B1-2387596D31C7}" sibTransId="{15833EFB-C683-4DBA-ADFB-BFE5B72D9CA7}"/>
    <dgm:cxn modelId="{EAF556E2-01A6-487E-A49C-5932D237BB23}" srcId="{DE0D9359-0BB3-4D56-AEE4-4E0D3C0B5FD5}" destId="{3A76DF42-6132-43DE-A47F-AF525D8165FD}" srcOrd="0" destOrd="0" parTransId="{AC3C0C32-D7D8-436F-A70F-19B76C615749}" sibTransId="{7D4E0BDB-8CC3-4AC5-945A-B028BA677AB6}"/>
    <dgm:cxn modelId="{887ADF29-648A-4C38-AAB3-DCE88BACCDC6}" type="presParOf" srcId="{BD774570-2599-4855-ADC4-79D0729EC979}" destId="{6E46C4D4-564E-46C8-8169-9337ADCEE13C}" srcOrd="0" destOrd="0" presId="urn:microsoft.com/office/officeart/2018/5/layout/IconCircleLabelList"/>
    <dgm:cxn modelId="{C271578A-FBFC-4651-800A-E3965D57DB65}" type="presParOf" srcId="{6E46C4D4-564E-46C8-8169-9337ADCEE13C}" destId="{EC1E436F-2E5E-4D82-9DCA-45EDBC868A91}" srcOrd="0" destOrd="0" presId="urn:microsoft.com/office/officeart/2018/5/layout/IconCircleLabelList"/>
    <dgm:cxn modelId="{CB3EF082-F874-46A9-A652-55AE41F83AA6}" type="presParOf" srcId="{6E46C4D4-564E-46C8-8169-9337ADCEE13C}" destId="{FF9FB9F2-E481-4278-869B-FCFE1D2AFAA7}" srcOrd="1" destOrd="0" presId="urn:microsoft.com/office/officeart/2018/5/layout/IconCircleLabelList"/>
    <dgm:cxn modelId="{2A127218-DA29-41AE-98FA-EDBE73181E2C}" type="presParOf" srcId="{6E46C4D4-564E-46C8-8169-9337ADCEE13C}" destId="{23BF0E49-125C-4384-96C8-082D6959E0DA}" srcOrd="2" destOrd="0" presId="urn:microsoft.com/office/officeart/2018/5/layout/IconCircleLabelList"/>
    <dgm:cxn modelId="{39329D8F-9518-4997-9E34-CD63D5E7CFB8}" type="presParOf" srcId="{6E46C4D4-564E-46C8-8169-9337ADCEE13C}" destId="{84513207-DFC9-4668-9AC6-D8793CE268F8}" srcOrd="3" destOrd="0" presId="urn:microsoft.com/office/officeart/2018/5/layout/IconCircleLabelList"/>
    <dgm:cxn modelId="{834FD3C2-6BA7-46E9-B754-A06B9391A65B}" type="presParOf" srcId="{BD774570-2599-4855-ADC4-79D0729EC979}" destId="{66BA9A8E-207C-41DA-B906-B9A25BBAC215}" srcOrd="1" destOrd="0" presId="urn:microsoft.com/office/officeart/2018/5/layout/IconCircleLabelList"/>
    <dgm:cxn modelId="{FA821A91-EBB0-4BC7-9736-AE8F20827E6F}" type="presParOf" srcId="{BD774570-2599-4855-ADC4-79D0729EC979}" destId="{67FB77C8-E02D-4D5D-86F5-A03E396F67CE}" srcOrd="2" destOrd="0" presId="urn:microsoft.com/office/officeart/2018/5/layout/IconCircleLabelList"/>
    <dgm:cxn modelId="{9EBB73D4-F24D-48BD-866C-09491AB5462C}" type="presParOf" srcId="{67FB77C8-E02D-4D5D-86F5-A03E396F67CE}" destId="{58DB0510-ABB0-43B3-B691-DE4B590C7E57}" srcOrd="0" destOrd="0" presId="urn:microsoft.com/office/officeart/2018/5/layout/IconCircleLabelList"/>
    <dgm:cxn modelId="{CDEBDAF2-C9D6-40BB-9783-E7E3A520C9A3}" type="presParOf" srcId="{67FB77C8-E02D-4D5D-86F5-A03E396F67CE}" destId="{E9F0C9B3-A13C-4857-A863-B51AAEDFC1BF}" srcOrd="1" destOrd="0" presId="urn:microsoft.com/office/officeart/2018/5/layout/IconCircleLabelList"/>
    <dgm:cxn modelId="{CEFA7402-DED3-4F4F-9BEF-9E19290ED757}" type="presParOf" srcId="{67FB77C8-E02D-4D5D-86F5-A03E396F67CE}" destId="{836D282C-3B30-45E4-A166-E1982E4A0C38}" srcOrd="2" destOrd="0" presId="urn:microsoft.com/office/officeart/2018/5/layout/IconCircleLabelList"/>
    <dgm:cxn modelId="{75512617-33D6-4127-9782-17626A8EF2A6}" type="presParOf" srcId="{67FB77C8-E02D-4D5D-86F5-A03E396F67CE}" destId="{85B83E3B-BF42-4AEA-BB5F-ACA448B0DC60}" srcOrd="3" destOrd="0" presId="urn:microsoft.com/office/officeart/2018/5/layout/IconCircleLabelList"/>
    <dgm:cxn modelId="{D897C3C7-A025-4A69-A261-44E7038E860E}" type="presParOf" srcId="{BD774570-2599-4855-ADC4-79D0729EC979}" destId="{6AA0207A-2538-4D85-9B7B-BE08140BA51F}" srcOrd="3" destOrd="0" presId="urn:microsoft.com/office/officeart/2018/5/layout/IconCircleLabelList"/>
    <dgm:cxn modelId="{2D05784A-2DD7-423F-B6AD-FA9FA660D288}" type="presParOf" srcId="{BD774570-2599-4855-ADC4-79D0729EC979}" destId="{6B0EC79F-E6CF-4FDB-9258-A5DF0DFF81F5}" srcOrd="4" destOrd="0" presId="urn:microsoft.com/office/officeart/2018/5/layout/IconCircleLabelList"/>
    <dgm:cxn modelId="{732A0DC3-91B1-4197-B8DC-BBFB757476C2}" type="presParOf" srcId="{6B0EC79F-E6CF-4FDB-9258-A5DF0DFF81F5}" destId="{A5CE3D9B-7BE7-4839-8DC7-FF2B592D1426}" srcOrd="0" destOrd="0" presId="urn:microsoft.com/office/officeart/2018/5/layout/IconCircleLabelList"/>
    <dgm:cxn modelId="{63D80664-780F-4157-A8AB-B720C977B72A}" type="presParOf" srcId="{6B0EC79F-E6CF-4FDB-9258-A5DF0DFF81F5}" destId="{E0AB0818-803F-4A30-8129-7FF201560ED9}" srcOrd="1" destOrd="0" presId="urn:microsoft.com/office/officeart/2018/5/layout/IconCircleLabelList"/>
    <dgm:cxn modelId="{487877A0-C174-4559-A5F8-6AFD4FB82DFB}" type="presParOf" srcId="{6B0EC79F-E6CF-4FDB-9258-A5DF0DFF81F5}" destId="{A7AD5421-64D1-4D55-BF43-31F82427A475}" srcOrd="2" destOrd="0" presId="urn:microsoft.com/office/officeart/2018/5/layout/IconCircleLabelList"/>
    <dgm:cxn modelId="{5CDE50EA-6DAD-48F5-A5F8-1BB29408B39B}" type="presParOf" srcId="{6B0EC79F-E6CF-4FDB-9258-A5DF0DFF81F5}" destId="{E57C91AF-EFAA-485E-9D48-D6B28083D90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8A844E-D61A-4BD3-BE89-1D01BF2E267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A664E4-A82A-4BE6-B9ED-D6E043E5D7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Attempt 1 (Pure Regex):</a:t>
          </a:r>
          <a:r>
            <a:rPr lang="en-US" b="0" i="0" baseline="0"/>
            <a:t> Good for emails/phones, but failed on Names &amp; Locations.</a:t>
          </a:r>
          <a:endParaRPr lang="en-US"/>
        </a:p>
      </dgm:t>
    </dgm:pt>
    <dgm:pt modelId="{E7803E48-F85F-4E39-8653-B52FD4ADE655}" type="parTrans" cxnId="{F1927059-A137-4E4E-87EF-643E8D0243FD}">
      <dgm:prSet/>
      <dgm:spPr/>
      <dgm:t>
        <a:bodyPr/>
        <a:lstStyle/>
        <a:p>
          <a:endParaRPr lang="en-US"/>
        </a:p>
      </dgm:t>
    </dgm:pt>
    <dgm:pt modelId="{6B25BB30-4F49-4807-B1EA-27C457957E94}" type="sibTrans" cxnId="{F1927059-A137-4E4E-87EF-643E8D0243FD}">
      <dgm:prSet/>
      <dgm:spPr/>
      <dgm:t>
        <a:bodyPr/>
        <a:lstStyle/>
        <a:p>
          <a:endParaRPr lang="en-US"/>
        </a:p>
      </dgm:t>
    </dgm:pt>
    <dgm:pt modelId="{C4EAEC89-7938-43CB-9489-037CE0849D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Attempt 2 (Pure AI - spaCy):</a:t>
          </a:r>
          <a:r>
            <a:rPr lang="en-US" b="0" i="0" baseline="0"/>
            <a:t> Good for names, but introduced </a:t>
          </a:r>
          <a:r>
            <a:rPr lang="en-US" b="1" i="0" baseline="0"/>
            <a:t>Hallucinations</a:t>
          </a:r>
          <a:r>
            <a:rPr lang="en-US" b="0" i="0" baseline="0"/>
            <a:t>.</a:t>
          </a:r>
          <a:endParaRPr lang="en-US"/>
        </a:p>
      </dgm:t>
    </dgm:pt>
    <dgm:pt modelId="{C1A14F97-C0F3-4791-9DDF-D7C216A6B9EC}" type="parTrans" cxnId="{0B615991-8144-4056-99D2-70973A6B3008}">
      <dgm:prSet/>
      <dgm:spPr/>
      <dgm:t>
        <a:bodyPr/>
        <a:lstStyle/>
        <a:p>
          <a:endParaRPr lang="en-US"/>
        </a:p>
      </dgm:t>
    </dgm:pt>
    <dgm:pt modelId="{E2E3588F-DB4B-4F30-AA9A-B85C8F7CD1FE}" type="sibTrans" cxnId="{0B615991-8144-4056-99D2-70973A6B3008}">
      <dgm:prSet/>
      <dgm:spPr/>
      <dgm:t>
        <a:bodyPr/>
        <a:lstStyle/>
        <a:p>
          <a:endParaRPr lang="en-US"/>
        </a:p>
      </dgm:t>
    </dgm:pt>
    <dgm:pt modelId="{A9BAD7DC-4485-4CEF-B548-EC22459711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baseline="0"/>
            <a:t>Bug:</a:t>
          </a:r>
          <a:r>
            <a:rPr lang="en-US" b="0" i="0" baseline="0"/>
            <a:t> AI confused IP addresses with Locations([[Location])</a:t>
          </a:r>
          <a:endParaRPr lang="en-US"/>
        </a:p>
      </dgm:t>
    </dgm:pt>
    <dgm:pt modelId="{E26DB007-8FA1-4EA7-9AE3-AE50C3396A20}" type="parTrans" cxnId="{500F1CC4-89D6-44D9-9DDA-83D62942E0D3}">
      <dgm:prSet/>
      <dgm:spPr/>
      <dgm:t>
        <a:bodyPr/>
        <a:lstStyle/>
        <a:p>
          <a:endParaRPr lang="en-US"/>
        </a:p>
      </dgm:t>
    </dgm:pt>
    <dgm:pt modelId="{ECFCCF5A-56EF-4E4D-95F4-96E73536924E}" type="sibTrans" cxnId="{500F1CC4-89D6-44D9-9DDA-83D62942E0D3}">
      <dgm:prSet/>
      <dgm:spPr/>
      <dgm:t>
        <a:bodyPr/>
        <a:lstStyle/>
        <a:p>
          <a:endParaRPr lang="en-US"/>
        </a:p>
      </dgm:t>
    </dgm:pt>
    <dgm:pt modelId="{C442A9AA-0F48-4A77-BAB9-E261971795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1" baseline="0"/>
            <a:t>Bug:</a:t>
          </a:r>
          <a:r>
            <a:rPr lang="en-US" b="0" i="0" baseline="0"/>
            <a:t> AI deleted non-sensitive words (e.g., "Digital Classroom").</a:t>
          </a:r>
          <a:endParaRPr lang="en-US"/>
        </a:p>
      </dgm:t>
    </dgm:pt>
    <dgm:pt modelId="{ED7CA484-B9A5-4E5F-860D-59900D5E9335}" type="parTrans" cxnId="{7890943A-CE86-4898-ACBD-7F9C3709CEA0}">
      <dgm:prSet/>
      <dgm:spPr/>
      <dgm:t>
        <a:bodyPr/>
        <a:lstStyle/>
        <a:p>
          <a:endParaRPr lang="en-US"/>
        </a:p>
      </dgm:t>
    </dgm:pt>
    <dgm:pt modelId="{87112CE1-C2B4-4B67-BCF4-3F988068A609}" type="sibTrans" cxnId="{7890943A-CE86-4898-ACBD-7F9C3709CEA0}">
      <dgm:prSet/>
      <dgm:spPr/>
      <dgm:t>
        <a:bodyPr/>
        <a:lstStyle/>
        <a:p>
          <a:endParaRPr lang="en-US"/>
        </a:p>
      </dgm:t>
    </dgm:pt>
    <dgm:pt modelId="{1BB2CA05-E045-49DE-B097-5BD8A82E2719}" type="pres">
      <dgm:prSet presAssocID="{F48A844E-D61A-4BD3-BE89-1D01BF2E267D}" presName="root" presStyleCnt="0">
        <dgm:presLayoutVars>
          <dgm:dir/>
          <dgm:resizeHandles val="exact"/>
        </dgm:presLayoutVars>
      </dgm:prSet>
      <dgm:spPr/>
    </dgm:pt>
    <dgm:pt modelId="{458D0149-BD19-4112-BBF3-150AE4110895}" type="pres">
      <dgm:prSet presAssocID="{7DA664E4-A82A-4BE6-B9ED-D6E043E5D7A6}" presName="compNode" presStyleCnt="0"/>
      <dgm:spPr/>
    </dgm:pt>
    <dgm:pt modelId="{544906BF-2D1D-41BB-9034-7961734BDFC9}" type="pres">
      <dgm:prSet presAssocID="{7DA664E4-A82A-4BE6-B9ED-D6E043E5D7A6}" presName="bgRect" presStyleLbl="bgShp" presStyleIdx="0" presStyleCnt="4"/>
      <dgm:spPr/>
    </dgm:pt>
    <dgm:pt modelId="{427561BD-EE06-46E3-883B-23DB7A2DE32C}" type="pres">
      <dgm:prSet presAssocID="{7DA664E4-A82A-4BE6-B9ED-D6E043E5D7A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D3F3E028-2E7C-44F6-8A06-BE62525C5F76}" type="pres">
      <dgm:prSet presAssocID="{7DA664E4-A82A-4BE6-B9ED-D6E043E5D7A6}" presName="spaceRect" presStyleCnt="0"/>
      <dgm:spPr/>
    </dgm:pt>
    <dgm:pt modelId="{B48AE983-CE2E-44EC-A35C-1E7281D1E143}" type="pres">
      <dgm:prSet presAssocID="{7DA664E4-A82A-4BE6-B9ED-D6E043E5D7A6}" presName="parTx" presStyleLbl="revTx" presStyleIdx="0" presStyleCnt="4">
        <dgm:presLayoutVars>
          <dgm:chMax val="0"/>
          <dgm:chPref val="0"/>
        </dgm:presLayoutVars>
      </dgm:prSet>
      <dgm:spPr/>
    </dgm:pt>
    <dgm:pt modelId="{EAC7080E-AD27-413E-97DF-63A20529A4DE}" type="pres">
      <dgm:prSet presAssocID="{6B25BB30-4F49-4807-B1EA-27C457957E94}" presName="sibTrans" presStyleCnt="0"/>
      <dgm:spPr/>
    </dgm:pt>
    <dgm:pt modelId="{C26D70A2-0410-4195-850F-D947976F98F1}" type="pres">
      <dgm:prSet presAssocID="{C4EAEC89-7938-43CB-9489-037CE0849D26}" presName="compNode" presStyleCnt="0"/>
      <dgm:spPr/>
    </dgm:pt>
    <dgm:pt modelId="{307403F8-1237-4C5C-8057-CB1ED32978FC}" type="pres">
      <dgm:prSet presAssocID="{C4EAEC89-7938-43CB-9489-037CE0849D26}" presName="bgRect" presStyleLbl="bgShp" presStyleIdx="1" presStyleCnt="4"/>
      <dgm:spPr/>
    </dgm:pt>
    <dgm:pt modelId="{CAC26F6F-014E-4AFF-AD6B-ED986BC675D6}" type="pres">
      <dgm:prSet presAssocID="{C4EAEC89-7938-43CB-9489-037CE0849D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38294073-BFFA-498E-931A-0C87A3C8F592}" type="pres">
      <dgm:prSet presAssocID="{C4EAEC89-7938-43CB-9489-037CE0849D26}" presName="spaceRect" presStyleCnt="0"/>
      <dgm:spPr/>
    </dgm:pt>
    <dgm:pt modelId="{E9BEEAF1-9AAE-4B3A-BB01-318010DFDC27}" type="pres">
      <dgm:prSet presAssocID="{C4EAEC89-7938-43CB-9489-037CE0849D26}" presName="parTx" presStyleLbl="revTx" presStyleIdx="1" presStyleCnt="4">
        <dgm:presLayoutVars>
          <dgm:chMax val="0"/>
          <dgm:chPref val="0"/>
        </dgm:presLayoutVars>
      </dgm:prSet>
      <dgm:spPr/>
    </dgm:pt>
    <dgm:pt modelId="{206C7EE3-DFC6-4BBE-B825-8010D6F27A3D}" type="pres">
      <dgm:prSet presAssocID="{E2E3588F-DB4B-4F30-AA9A-B85C8F7CD1FE}" presName="sibTrans" presStyleCnt="0"/>
      <dgm:spPr/>
    </dgm:pt>
    <dgm:pt modelId="{4D727DA0-2AFF-49C3-8B41-13500F42597B}" type="pres">
      <dgm:prSet presAssocID="{A9BAD7DC-4485-4CEF-B548-EC2245971192}" presName="compNode" presStyleCnt="0"/>
      <dgm:spPr/>
    </dgm:pt>
    <dgm:pt modelId="{C9375163-4DE7-4384-BC3B-A4E8BFFA9347}" type="pres">
      <dgm:prSet presAssocID="{A9BAD7DC-4485-4CEF-B548-EC2245971192}" presName="bgRect" presStyleLbl="bgShp" presStyleIdx="2" presStyleCnt="4"/>
      <dgm:spPr/>
    </dgm:pt>
    <dgm:pt modelId="{04FDB047-ECB6-4F86-A8E4-7F9D586285A6}" type="pres">
      <dgm:prSet presAssocID="{A9BAD7DC-4485-4CEF-B548-EC22459711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BBDB51E7-A05C-45E7-9A6F-238B9ADC5B71}" type="pres">
      <dgm:prSet presAssocID="{A9BAD7DC-4485-4CEF-B548-EC2245971192}" presName="spaceRect" presStyleCnt="0"/>
      <dgm:spPr/>
    </dgm:pt>
    <dgm:pt modelId="{327DA04F-C8CE-4B33-8AB2-746F599E743D}" type="pres">
      <dgm:prSet presAssocID="{A9BAD7DC-4485-4CEF-B548-EC2245971192}" presName="parTx" presStyleLbl="revTx" presStyleIdx="2" presStyleCnt="4">
        <dgm:presLayoutVars>
          <dgm:chMax val="0"/>
          <dgm:chPref val="0"/>
        </dgm:presLayoutVars>
      </dgm:prSet>
      <dgm:spPr/>
    </dgm:pt>
    <dgm:pt modelId="{AE6C6F6E-6E32-4C06-840C-74C275DDE5E3}" type="pres">
      <dgm:prSet presAssocID="{ECFCCF5A-56EF-4E4D-95F4-96E73536924E}" presName="sibTrans" presStyleCnt="0"/>
      <dgm:spPr/>
    </dgm:pt>
    <dgm:pt modelId="{319DB434-8854-4731-96EF-E680834F8A90}" type="pres">
      <dgm:prSet presAssocID="{C442A9AA-0F48-4A77-BAB9-E261971795B3}" presName="compNode" presStyleCnt="0"/>
      <dgm:spPr/>
    </dgm:pt>
    <dgm:pt modelId="{1684FDA7-9429-4911-A8B1-E262AEB6C6F1}" type="pres">
      <dgm:prSet presAssocID="{C442A9AA-0F48-4A77-BAB9-E261971795B3}" presName="bgRect" presStyleLbl="bgShp" presStyleIdx="3" presStyleCnt="4"/>
      <dgm:spPr/>
    </dgm:pt>
    <dgm:pt modelId="{FF58BDE7-C231-41BE-8C8B-9018325CA3F0}" type="pres">
      <dgm:prSet presAssocID="{C442A9AA-0F48-4A77-BAB9-E261971795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148A8FCA-C6A1-442F-AB05-3224260C6193}" type="pres">
      <dgm:prSet presAssocID="{C442A9AA-0F48-4A77-BAB9-E261971795B3}" presName="spaceRect" presStyleCnt="0"/>
      <dgm:spPr/>
    </dgm:pt>
    <dgm:pt modelId="{90BDBECE-2330-48F0-852A-39C2388F76A6}" type="pres">
      <dgm:prSet presAssocID="{C442A9AA-0F48-4A77-BAB9-E261971795B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0A88218-01AA-4CA8-87B3-32FBCE3B67FC}" type="presOf" srcId="{C4EAEC89-7938-43CB-9489-037CE0849D26}" destId="{E9BEEAF1-9AAE-4B3A-BB01-318010DFDC27}" srcOrd="0" destOrd="0" presId="urn:microsoft.com/office/officeart/2018/2/layout/IconVerticalSolidList"/>
    <dgm:cxn modelId="{9B690F23-B3F8-48E3-9F36-E2D68F8170D8}" type="presOf" srcId="{F48A844E-D61A-4BD3-BE89-1D01BF2E267D}" destId="{1BB2CA05-E045-49DE-B097-5BD8A82E2719}" srcOrd="0" destOrd="0" presId="urn:microsoft.com/office/officeart/2018/2/layout/IconVerticalSolidList"/>
    <dgm:cxn modelId="{7890943A-CE86-4898-ACBD-7F9C3709CEA0}" srcId="{F48A844E-D61A-4BD3-BE89-1D01BF2E267D}" destId="{C442A9AA-0F48-4A77-BAB9-E261971795B3}" srcOrd="3" destOrd="0" parTransId="{ED7CA484-B9A5-4E5F-860D-59900D5E9335}" sibTransId="{87112CE1-C2B4-4B67-BCF4-3F988068A609}"/>
    <dgm:cxn modelId="{17AE893D-A541-48E1-8843-8905901D6BA7}" type="presOf" srcId="{7DA664E4-A82A-4BE6-B9ED-D6E043E5D7A6}" destId="{B48AE983-CE2E-44EC-A35C-1E7281D1E143}" srcOrd="0" destOrd="0" presId="urn:microsoft.com/office/officeart/2018/2/layout/IconVerticalSolidList"/>
    <dgm:cxn modelId="{9BDAD25D-E576-4800-AD07-95847281CA10}" type="presOf" srcId="{A9BAD7DC-4485-4CEF-B548-EC2245971192}" destId="{327DA04F-C8CE-4B33-8AB2-746F599E743D}" srcOrd="0" destOrd="0" presId="urn:microsoft.com/office/officeart/2018/2/layout/IconVerticalSolidList"/>
    <dgm:cxn modelId="{F1927059-A137-4E4E-87EF-643E8D0243FD}" srcId="{F48A844E-D61A-4BD3-BE89-1D01BF2E267D}" destId="{7DA664E4-A82A-4BE6-B9ED-D6E043E5D7A6}" srcOrd="0" destOrd="0" parTransId="{E7803E48-F85F-4E39-8653-B52FD4ADE655}" sibTransId="{6B25BB30-4F49-4807-B1EA-27C457957E94}"/>
    <dgm:cxn modelId="{91316D83-458A-4330-919A-BAF4EC802048}" type="presOf" srcId="{C442A9AA-0F48-4A77-BAB9-E261971795B3}" destId="{90BDBECE-2330-48F0-852A-39C2388F76A6}" srcOrd="0" destOrd="0" presId="urn:microsoft.com/office/officeart/2018/2/layout/IconVerticalSolidList"/>
    <dgm:cxn modelId="{0B615991-8144-4056-99D2-70973A6B3008}" srcId="{F48A844E-D61A-4BD3-BE89-1D01BF2E267D}" destId="{C4EAEC89-7938-43CB-9489-037CE0849D26}" srcOrd="1" destOrd="0" parTransId="{C1A14F97-C0F3-4791-9DDF-D7C216A6B9EC}" sibTransId="{E2E3588F-DB4B-4F30-AA9A-B85C8F7CD1FE}"/>
    <dgm:cxn modelId="{500F1CC4-89D6-44D9-9DDA-83D62942E0D3}" srcId="{F48A844E-D61A-4BD3-BE89-1D01BF2E267D}" destId="{A9BAD7DC-4485-4CEF-B548-EC2245971192}" srcOrd="2" destOrd="0" parTransId="{E26DB007-8FA1-4EA7-9AE3-AE50C3396A20}" sibTransId="{ECFCCF5A-56EF-4E4D-95F4-96E73536924E}"/>
    <dgm:cxn modelId="{487CFE7A-9EB2-4867-AC1F-33902DDDFF4E}" type="presParOf" srcId="{1BB2CA05-E045-49DE-B097-5BD8A82E2719}" destId="{458D0149-BD19-4112-BBF3-150AE4110895}" srcOrd="0" destOrd="0" presId="urn:microsoft.com/office/officeart/2018/2/layout/IconVerticalSolidList"/>
    <dgm:cxn modelId="{172448ED-0F5C-4876-A3A2-37DE0FDB36B2}" type="presParOf" srcId="{458D0149-BD19-4112-BBF3-150AE4110895}" destId="{544906BF-2D1D-41BB-9034-7961734BDFC9}" srcOrd="0" destOrd="0" presId="urn:microsoft.com/office/officeart/2018/2/layout/IconVerticalSolidList"/>
    <dgm:cxn modelId="{45FCA06B-82DD-484F-A089-0A98B1F9FB0F}" type="presParOf" srcId="{458D0149-BD19-4112-BBF3-150AE4110895}" destId="{427561BD-EE06-46E3-883B-23DB7A2DE32C}" srcOrd="1" destOrd="0" presId="urn:microsoft.com/office/officeart/2018/2/layout/IconVerticalSolidList"/>
    <dgm:cxn modelId="{80254043-03D0-44B5-8092-D024CADD2CE5}" type="presParOf" srcId="{458D0149-BD19-4112-BBF3-150AE4110895}" destId="{D3F3E028-2E7C-44F6-8A06-BE62525C5F76}" srcOrd="2" destOrd="0" presId="urn:microsoft.com/office/officeart/2018/2/layout/IconVerticalSolidList"/>
    <dgm:cxn modelId="{6B636F17-9512-4835-AF24-D55C6A41C48D}" type="presParOf" srcId="{458D0149-BD19-4112-BBF3-150AE4110895}" destId="{B48AE983-CE2E-44EC-A35C-1E7281D1E143}" srcOrd="3" destOrd="0" presId="urn:microsoft.com/office/officeart/2018/2/layout/IconVerticalSolidList"/>
    <dgm:cxn modelId="{C43EBB1E-75D7-4CE0-A9F5-4687445DC173}" type="presParOf" srcId="{1BB2CA05-E045-49DE-B097-5BD8A82E2719}" destId="{EAC7080E-AD27-413E-97DF-63A20529A4DE}" srcOrd="1" destOrd="0" presId="urn:microsoft.com/office/officeart/2018/2/layout/IconVerticalSolidList"/>
    <dgm:cxn modelId="{2E365F9C-9819-4C2F-B06F-542FFE6DBC47}" type="presParOf" srcId="{1BB2CA05-E045-49DE-B097-5BD8A82E2719}" destId="{C26D70A2-0410-4195-850F-D947976F98F1}" srcOrd="2" destOrd="0" presId="urn:microsoft.com/office/officeart/2018/2/layout/IconVerticalSolidList"/>
    <dgm:cxn modelId="{3995B4DA-F6A7-45DC-B48D-DEB08EF1A6AA}" type="presParOf" srcId="{C26D70A2-0410-4195-850F-D947976F98F1}" destId="{307403F8-1237-4C5C-8057-CB1ED32978FC}" srcOrd="0" destOrd="0" presId="urn:microsoft.com/office/officeart/2018/2/layout/IconVerticalSolidList"/>
    <dgm:cxn modelId="{99C05F00-3337-42A6-B343-6511ED84456A}" type="presParOf" srcId="{C26D70A2-0410-4195-850F-D947976F98F1}" destId="{CAC26F6F-014E-4AFF-AD6B-ED986BC675D6}" srcOrd="1" destOrd="0" presId="urn:microsoft.com/office/officeart/2018/2/layout/IconVerticalSolidList"/>
    <dgm:cxn modelId="{5C2C3ED6-5693-4246-858E-636AFEE78E2D}" type="presParOf" srcId="{C26D70A2-0410-4195-850F-D947976F98F1}" destId="{38294073-BFFA-498E-931A-0C87A3C8F592}" srcOrd="2" destOrd="0" presId="urn:microsoft.com/office/officeart/2018/2/layout/IconVerticalSolidList"/>
    <dgm:cxn modelId="{88F5F536-BD7D-480F-875C-FCBD90BB6117}" type="presParOf" srcId="{C26D70A2-0410-4195-850F-D947976F98F1}" destId="{E9BEEAF1-9AAE-4B3A-BB01-318010DFDC27}" srcOrd="3" destOrd="0" presId="urn:microsoft.com/office/officeart/2018/2/layout/IconVerticalSolidList"/>
    <dgm:cxn modelId="{8EB30553-E688-4C0F-9AAA-493A367468E5}" type="presParOf" srcId="{1BB2CA05-E045-49DE-B097-5BD8A82E2719}" destId="{206C7EE3-DFC6-4BBE-B825-8010D6F27A3D}" srcOrd="3" destOrd="0" presId="urn:microsoft.com/office/officeart/2018/2/layout/IconVerticalSolidList"/>
    <dgm:cxn modelId="{0A0DAAFF-F6C8-402C-A295-74028C395C38}" type="presParOf" srcId="{1BB2CA05-E045-49DE-B097-5BD8A82E2719}" destId="{4D727DA0-2AFF-49C3-8B41-13500F42597B}" srcOrd="4" destOrd="0" presId="urn:microsoft.com/office/officeart/2018/2/layout/IconVerticalSolidList"/>
    <dgm:cxn modelId="{750F38AF-56B9-49CF-B4C5-11F6FC7C3ABF}" type="presParOf" srcId="{4D727DA0-2AFF-49C3-8B41-13500F42597B}" destId="{C9375163-4DE7-4384-BC3B-A4E8BFFA9347}" srcOrd="0" destOrd="0" presId="urn:microsoft.com/office/officeart/2018/2/layout/IconVerticalSolidList"/>
    <dgm:cxn modelId="{C086F010-1D90-4006-A370-269813BC7447}" type="presParOf" srcId="{4D727DA0-2AFF-49C3-8B41-13500F42597B}" destId="{04FDB047-ECB6-4F86-A8E4-7F9D586285A6}" srcOrd="1" destOrd="0" presId="urn:microsoft.com/office/officeart/2018/2/layout/IconVerticalSolidList"/>
    <dgm:cxn modelId="{37054103-C1EC-44C7-9143-3CFE8B5B0347}" type="presParOf" srcId="{4D727DA0-2AFF-49C3-8B41-13500F42597B}" destId="{BBDB51E7-A05C-45E7-9A6F-238B9ADC5B71}" srcOrd="2" destOrd="0" presId="urn:microsoft.com/office/officeart/2018/2/layout/IconVerticalSolidList"/>
    <dgm:cxn modelId="{7029DF35-276E-43B9-AAFC-BB19F72F2159}" type="presParOf" srcId="{4D727DA0-2AFF-49C3-8B41-13500F42597B}" destId="{327DA04F-C8CE-4B33-8AB2-746F599E743D}" srcOrd="3" destOrd="0" presId="urn:microsoft.com/office/officeart/2018/2/layout/IconVerticalSolidList"/>
    <dgm:cxn modelId="{764EA547-6BEA-4184-95FB-6AA775797652}" type="presParOf" srcId="{1BB2CA05-E045-49DE-B097-5BD8A82E2719}" destId="{AE6C6F6E-6E32-4C06-840C-74C275DDE5E3}" srcOrd="5" destOrd="0" presId="urn:microsoft.com/office/officeart/2018/2/layout/IconVerticalSolidList"/>
    <dgm:cxn modelId="{15A0710E-D994-42A0-B432-B005EBECE3B4}" type="presParOf" srcId="{1BB2CA05-E045-49DE-B097-5BD8A82E2719}" destId="{319DB434-8854-4731-96EF-E680834F8A90}" srcOrd="6" destOrd="0" presId="urn:microsoft.com/office/officeart/2018/2/layout/IconVerticalSolidList"/>
    <dgm:cxn modelId="{1E8E5D80-24E9-47AF-8588-3D6A7A4C70CF}" type="presParOf" srcId="{319DB434-8854-4731-96EF-E680834F8A90}" destId="{1684FDA7-9429-4911-A8B1-E262AEB6C6F1}" srcOrd="0" destOrd="0" presId="urn:microsoft.com/office/officeart/2018/2/layout/IconVerticalSolidList"/>
    <dgm:cxn modelId="{C4D7FCEB-F4A6-424C-BF84-CC08722285D9}" type="presParOf" srcId="{319DB434-8854-4731-96EF-E680834F8A90}" destId="{FF58BDE7-C231-41BE-8C8B-9018325CA3F0}" srcOrd="1" destOrd="0" presId="urn:microsoft.com/office/officeart/2018/2/layout/IconVerticalSolidList"/>
    <dgm:cxn modelId="{AD111EED-ED5E-490E-B8D4-F90E95CE6234}" type="presParOf" srcId="{319DB434-8854-4731-96EF-E680834F8A90}" destId="{148A8FCA-C6A1-442F-AB05-3224260C6193}" srcOrd="2" destOrd="0" presId="urn:microsoft.com/office/officeart/2018/2/layout/IconVerticalSolidList"/>
    <dgm:cxn modelId="{73729C26-AC76-4C75-93FE-E3053FBE5096}" type="presParOf" srcId="{319DB434-8854-4731-96EF-E680834F8A90}" destId="{90BDBECE-2330-48F0-852A-39C2388F76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8F340A-74F3-4227-9750-7DE40C78AAD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0324F3-03E2-433A-B5CE-B7A17DD9F8B7}">
      <dgm:prSet/>
      <dgm:spPr/>
      <dgm:t>
        <a:bodyPr/>
        <a:lstStyle/>
        <a:p>
          <a:r>
            <a:rPr lang="en-US" b="1" i="0" baseline="0"/>
            <a:t>Backend Logic:</a:t>
          </a:r>
          <a:r>
            <a:rPr lang="en-US" b="0" i="0" baseline="0"/>
            <a:t> Python (Custom Hybrid Engine).</a:t>
          </a:r>
          <a:endParaRPr lang="en-US"/>
        </a:p>
      </dgm:t>
    </dgm:pt>
    <dgm:pt modelId="{4E43E418-A128-4D4B-B781-42FFBC895DA4}" type="parTrans" cxnId="{DB80B2BC-1D5F-42BB-A952-D918D7D3D058}">
      <dgm:prSet/>
      <dgm:spPr/>
      <dgm:t>
        <a:bodyPr/>
        <a:lstStyle/>
        <a:p>
          <a:endParaRPr lang="en-US"/>
        </a:p>
      </dgm:t>
    </dgm:pt>
    <dgm:pt modelId="{01CB6A74-21DE-4D7F-A830-01FCEED734A0}" type="sibTrans" cxnId="{DB80B2BC-1D5F-42BB-A952-D918D7D3D058}">
      <dgm:prSet/>
      <dgm:spPr/>
      <dgm:t>
        <a:bodyPr/>
        <a:lstStyle/>
        <a:p>
          <a:endParaRPr lang="en-US"/>
        </a:p>
      </dgm:t>
    </dgm:pt>
    <dgm:pt modelId="{02EE1D6E-FE1B-4CD0-B2E3-6045B7A3670D}">
      <dgm:prSet/>
      <dgm:spPr/>
      <dgm:t>
        <a:bodyPr/>
        <a:lstStyle/>
        <a:p>
          <a:r>
            <a:rPr lang="en-US" b="1" i="0" baseline="0"/>
            <a:t>NLP Model:</a:t>
          </a:r>
          <a:r>
            <a:rPr lang="en-US" b="0" i="0" baseline="0"/>
            <a:t> Spacy (en_core_web_lg) for context understanding.</a:t>
          </a:r>
          <a:endParaRPr lang="en-US"/>
        </a:p>
      </dgm:t>
    </dgm:pt>
    <dgm:pt modelId="{6761A04B-D205-43E7-9F01-CAC23602EF61}" type="parTrans" cxnId="{282D41CF-6B02-4EF5-8D15-C3B9A7D04F57}">
      <dgm:prSet/>
      <dgm:spPr/>
      <dgm:t>
        <a:bodyPr/>
        <a:lstStyle/>
        <a:p>
          <a:endParaRPr lang="en-US"/>
        </a:p>
      </dgm:t>
    </dgm:pt>
    <dgm:pt modelId="{386268A5-54B8-495C-969E-86795FE29DA2}" type="sibTrans" cxnId="{282D41CF-6B02-4EF5-8D15-C3B9A7D04F57}">
      <dgm:prSet/>
      <dgm:spPr/>
      <dgm:t>
        <a:bodyPr/>
        <a:lstStyle/>
        <a:p>
          <a:endParaRPr lang="en-US"/>
        </a:p>
      </dgm:t>
    </dgm:pt>
    <dgm:pt modelId="{DFADE8D8-16E0-45B8-B16F-EF3AF1CB382E}">
      <dgm:prSet/>
      <dgm:spPr/>
      <dgm:t>
        <a:bodyPr/>
        <a:lstStyle/>
        <a:p>
          <a:r>
            <a:rPr lang="en-US" b="1" i="0" baseline="0"/>
            <a:t>Web Server:</a:t>
          </a:r>
          <a:r>
            <a:rPr lang="en-US" b="0" i="0" baseline="0"/>
            <a:t> Flask (API Integration).</a:t>
          </a:r>
          <a:endParaRPr lang="en-US"/>
        </a:p>
      </dgm:t>
    </dgm:pt>
    <dgm:pt modelId="{F73315C7-D050-48FA-AC57-7A97B9696CFC}" type="parTrans" cxnId="{04AB8546-0A2E-416A-8758-1EFC1FF9A6BC}">
      <dgm:prSet/>
      <dgm:spPr/>
      <dgm:t>
        <a:bodyPr/>
        <a:lstStyle/>
        <a:p>
          <a:endParaRPr lang="en-US"/>
        </a:p>
      </dgm:t>
    </dgm:pt>
    <dgm:pt modelId="{01150C23-D0EC-47AA-9CA9-3283CEDCD7E4}" type="sibTrans" cxnId="{04AB8546-0A2E-416A-8758-1EFC1FF9A6BC}">
      <dgm:prSet/>
      <dgm:spPr/>
      <dgm:t>
        <a:bodyPr/>
        <a:lstStyle/>
        <a:p>
          <a:endParaRPr lang="en-US"/>
        </a:p>
      </dgm:t>
    </dgm:pt>
    <dgm:pt modelId="{5F7EE6CC-3BBA-42A7-868D-6D16E6C9AFF6}">
      <dgm:prSet/>
      <dgm:spPr/>
      <dgm:t>
        <a:bodyPr/>
        <a:lstStyle/>
        <a:p>
          <a:r>
            <a:rPr lang="en-US" b="1" i="0" baseline="0"/>
            <a:t>Interface:</a:t>
          </a:r>
          <a:r>
            <a:rPr lang="en-US" b="0" i="0" baseline="0"/>
            <a:t> HTML/CSS (Cybersecurity Theme).</a:t>
          </a:r>
          <a:endParaRPr lang="en-US"/>
        </a:p>
      </dgm:t>
    </dgm:pt>
    <dgm:pt modelId="{4386BB74-7D9A-4188-B808-8B53536C7528}" type="parTrans" cxnId="{56F6D416-A005-472E-BC46-AE1FF3290321}">
      <dgm:prSet/>
      <dgm:spPr/>
      <dgm:t>
        <a:bodyPr/>
        <a:lstStyle/>
        <a:p>
          <a:endParaRPr lang="en-US"/>
        </a:p>
      </dgm:t>
    </dgm:pt>
    <dgm:pt modelId="{22ED0BD8-858E-46F8-8E8E-9DE4B7F815A8}" type="sibTrans" cxnId="{56F6D416-A005-472E-BC46-AE1FF3290321}">
      <dgm:prSet/>
      <dgm:spPr/>
      <dgm:t>
        <a:bodyPr/>
        <a:lstStyle/>
        <a:p>
          <a:endParaRPr lang="en-US"/>
        </a:p>
      </dgm:t>
    </dgm:pt>
    <dgm:pt modelId="{0DE3825C-C243-458B-B30F-7EA748EB6CCA}" type="pres">
      <dgm:prSet presAssocID="{708F340A-74F3-4227-9750-7DE40C78AAD9}" presName="outerComposite" presStyleCnt="0">
        <dgm:presLayoutVars>
          <dgm:chMax val="5"/>
          <dgm:dir/>
          <dgm:resizeHandles val="exact"/>
        </dgm:presLayoutVars>
      </dgm:prSet>
      <dgm:spPr/>
    </dgm:pt>
    <dgm:pt modelId="{DF6DB6D8-E481-41DE-AAA5-75BD1649312D}" type="pres">
      <dgm:prSet presAssocID="{708F340A-74F3-4227-9750-7DE40C78AAD9}" presName="dummyMaxCanvas" presStyleCnt="0">
        <dgm:presLayoutVars/>
      </dgm:prSet>
      <dgm:spPr/>
    </dgm:pt>
    <dgm:pt modelId="{A69B8680-8D4F-4D58-9815-EA5B72EA85BE}" type="pres">
      <dgm:prSet presAssocID="{708F340A-74F3-4227-9750-7DE40C78AAD9}" presName="FourNodes_1" presStyleLbl="node1" presStyleIdx="0" presStyleCnt="4">
        <dgm:presLayoutVars>
          <dgm:bulletEnabled val="1"/>
        </dgm:presLayoutVars>
      </dgm:prSet>
      <dgm:spPr/>
    </dgm:pt>
    <dgm:pt modelId="{B61F07CC-3F45-443D-889C-CCF6327E70E3}" type="pres">
      <dgm:prSet presAssocID="{708F340A-74F3-4227-9750-7DE40C78AAD9}" presName="FourNodes_2" presStyleLbl="node1" presStyleIdx="1" presStyleCnt="4">
        <dgm:presLayoutVars>
          <dgm:bulletEnabled val="1"/>
        </dgm:presLayoutVars>
      </dgm:prSet>
      <dgm:spPr/>
    </dgm:pt>
    <dgm:pt modelId="{90919E72-D3FD-4DC4-B0EA-989A4D107D30}" type="pres">
      <dgm:prSet presAssocID="{708F340A-74F3-4227-9750-7DE40C78AAD9}" presName="FourNodes_3" presStyleLbl="node1" presStyleIdx="2" presStyleCnt="4">
        <dgm:presLayoutVars>
          <dgm:bulletEnabled val="1"/>
        </dgm:presLayoutVars>
      </dgm:prSet>
      <dgm:spPr/>
    </dgm:pt>
    <dgm:pt modelId="{0173FD04-4B4D-4444-AD90-6634E5BBAC54}" type="pres">
      <dgm:prSet presAssocID="{708F340A-74F3-4227-9750-7DE40C78AAD9}" presName="FourNodes_4" presStyleLbl="node1" presStyleIdx="3" presStyleCnt="4">
        <dgm:presLayoutVars>
          <dgm:bulletEnabled val="1"/>
        </dgm:presLayoutVars>
      </dgm:prSet>
      <dgm:spPr/>
    </dgm:pt>
    <dgm:pt modelId="{26B9092A-5918-48BA-AC4B-2825CAA6D6DD}" type="pres">
      <dgm:prSet presAssocID="{708F340A-74F3-4227-9750-7DE40C78AAD9}" presName="FourConn_1-2" presStyleLbl="fgAccFollowNode1" presStyleIdx="0" presStyleCnt="3">
        <dgm:presLayoutVars>
          <dgm:bulletEnabled val="1"/>
        </dgm:presLayoutVars>
      </dgm:prSet>
      <dgm:spPr/>
    </dgm:pt>
    <dgm:pt modelId="{F744DBCD-5044-494E-AD6E-AF859E83A13B}" type="pres">
      <dgm:prSet presAssocID="{708F340A-74F3-4227-9750-7DE40C78AAD9}" presName="FourConn_2-3" presStyleLbl="fgAccFollowNode1" presStyleIdx="1" presStyleCnt="3">
        <dgm:presLayoutVars>
          <dgm:bulletEnabled val="1"/>
        </dgm:presLayoutVars>
      </dgm:prSet>
      <dgm:spPr/>
    </dgm:pt>
    <dgm:pt modelId="{2ACC5696-BAAB-4CA8-BC1E-FED1E1C1520F}" type="pres">
      <dgm:prSet presAssocID="{708F340A-74F3-4227-9750-7DE40C78AAD9}" presName="FourConn_3-4" presStyleLbl="fgAccFollowNode1" presStyleIdx="2" presStyleCnt="3">
        <dgm:presLayoutVars>
          <dgm:bulletEnabled val="1"/>
        </dgm:presLayoutVars>
      </dgm:prSet>
      <dgm:spPr/>
    </dgm:pt>
    <dgm:pt modelId="{5E035867-4E4A-4BEF-8968-7B6E5AF5DDC8}" type="pres">
      <dgm:prSet presAssocID="{708F340A-74F3-4227-9750-7DE40C78AAD9}" presName="FourNodes_1_text" presStyleLbl="node1" presStyleIdx="3" presStyleCnt="4">
        <dgm:presLayoutVars>
          <dgm:bulletEnabled val="1"/>
        </dgm:presLayoutVars>
      </dgm:prSet>
      <dgm:spPr/>
    </dgm:pt>
    <dgm:pt modelId="{D10D79A8-ECA2-468E-B329-70EDF45602F7}" type="pres">
      <dgm:prSet presAssocID="{708F340A-74F3-4227-9750-7DE40C78AAD9}" presName="FourNodes_2_text" presStyleLbl="node1" presStyleIdx="3" presStyleCnt="4">
        <dgm:presLayoutVars>
          <dgm:bulletEnabled val="1"/>
        </dgm:presLayoutVars>
      </dgm:prSet>
      <dgm:spPr/>
    </dgm:pt>
    <dgm:pt modelId="{5AA609C3-7CCA-4CAF-B88E-D2B2309759AC}" type="pres">
      <dgm:prSet presAssocID="{708F340A-74F3-4227-9750-7DE40C78AAD9}" presName="FourNodes_3_text" presStyleLbl="node1" presStyleIdx="3" presStyleCnt="4">
        <dgm:presLayoutVars>
          <dgm:bulletEnabled val="1"/>
        </dgm:presLayoutVars>
      </dgm:prSet>
      <dgm:spPr/>
    </dgm:pt>
    <dgm:pt modelId="{E3A6FC88-B8B9-42CF-B7FA-864F0756BF24}" type="pres">
      <dgm:prSet presAssocID="{708F340A-74F3-4227-9750-7DE40C78AAD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6F6D416-A005-472E-BC46-AE1FF3290321}" srcId="{708F340A-74F3-4227-9750-7DE40C78AAD9}" destId="{5F7EE6CC-3BBA-42A7-868D-6D16E6C9AFF6}" srcOrd="3" destOrd="0" parTransId="{4386BB74-7D9A-4188-B808-8B53536C7528}" sibTransId="{22ED0BD8-858E-46F8-8E8E-9DE4B7F815A8}"/>
    <dgm:cxn modelId="{0055AF1D-D5F8-40D4-B659-4CCF2089CB47}" type="presOf" srcId="{02EE1D6E-FE1B-4CD0-B2E3-6045B7A3670D}" destId="{D10D79A8-ECA2-468E-B329-70EDF45602F7}" srcOrd="1" destOrd="0" presId="urn:microsoft.com/office/officeart/2005/8/layout/vProcess5"/>
    <dgm:cxn modelId="{5A1C9F65-551F-4850-BB80-6BB9C881CEB9}" type="presOf" srcId="{01CB6A74-21DE-4D7F-A830-01FCEED734A0}" destId="{26B9092A-5918-48BA-AC4B-2825CAA6D6DD}" srcOrd="0" destOrd="0" presId="urn:microsoft.com/office/officeart/2005/8/layout/vProcess5"/>
    <dgm:cxn modelId="{04AB8546-0A2E-416A-8758-1EFC1FF9A6BC}" srcId="{708F340A-74F3-4227-9750-7DE40C78AAD9}" destId="{DFADE8D8-16E0-45B8-B16F-EF3AF1CB382E}" srcOrd="2" destOrd="0" parTransId="{F73315C7-D050-48FA-AC57-7A97B9696CFC}" sibTransId="{01150C23-D0EC-47AA-9CA9-3283CEDCD7E4}"/>
    <dgm:cxn modelId="{2AC57568-4B73-4277-B49A-81D2A055E795}" type="presOf" srcId="{5F7EE6CC-3BBA-42A7-868D-6D16E6C9AFF6}" destId="{0173FD04-4B4D-4444-AD90-6634E5BBAC54}" srcOrd="0" destOrd="0" presId="urn:microsoft.com/office/officeart/2005/8/layout/vProcess5"/>
    <dgm:cxn modelId="{33754A54-3006-48A1-8826-852AA9B24E2F}" type="presOf" srcId="{DFADE8D8-16E0-45B8-B16F-EF3AF1CB382E}" destId="{5AA609C3-7CCA-4CAF-B88E-D2B2309759AC}" srcOrd="1" destOrd="0" presId="urn:microsoft.com/office/officeart/2005/8/layout/vProcess5"/>
    <dgm:cxn modelId="{7ED3A455-7A55-4A44-872A-47E5B25D1FED}" type="presOf" srcId="{386268A5-54B8-495C-969E-86795FE29DA2}" destId="{F744DBCD-5044-494E-AD6E-AF859E83A13B}" srcOrd="0" destOrd="0" presId="urn:microsoft.com/office/officeart/2005/8/layout/vProcess5"/>
    <dgm:cxn modelId="{6617E180-6CCB-4B10-B415-25E179F93385}" type="presOf" srcId="{730324F3-03E2-433A-B5CE-B7A17DD9F8B7}" destId="{5E035867-4E4A-4BEF-8968-7B6E5AF5DDC8}" srcOrd="1" destOrd="0" presId="urn:microsoft.com/office/officeart/2005/8/layout/vProcess5"/>
    <dgm:cxn modelId="{DB80B2BC-1D5F-42BB-A952-D918D7D3D058}" srcId="{708F340A-74F3-4227-9750-7DE40C78AAD9}" destId="{730324F3-03E2-433A-B5CE-B7A17DD9F8B7}" srcOrd="0" destOrd="0" parTransId="{4E43E418-A128-4D4B-B781-42FFBC895DA4}" sibTransId="{01CB6A74-21DE-4D7F-A830-01FCEED734A0}"/>
    <dgm:cxn modelId="{6CE7D1C0-8091-4FB2-8761-E0AA0652A98B}" type="presOf" srcId="{02EE1D6E-FE1B-4CD0-B2E3-6045B7A3670D}" destId="{B61F07CC-3F45-443D-889C-CCF6327E70E3}" srcOrd="0" destOrd="0" presId="urn:microsoft.com/office/officeart/2005/8/layout/vProcess5"/>
    <dgm:cxn modelId="{5F9BF7C6-E57F-4800-880A-4F65D736AC9D}" type="presOf" srcId="{730324F3-03E2-433A-B5CE-B7A17DD9F8B7}" destId="{A69B8680-8D4F-4D58-9815-EA5B72EA85BE}" srcOrd="0" destOrd="0" presId="urn:microsoft.com/office/officeart/2005/8/layout/vProcess5"/>
    <dgm:cxn modelId="{BAD86AC8-AD04-4CB8-BA5B-297B08D38322}" type="presOf" srcId="{01150C23-D0EC-47AA-9CA9-3283CEDCD7E4}" destId="{2ACC5696-BAAB-4CA8-BC1E-FED1E1C1520F}" srcOrd="0" destOrd="0" presId="urn:microsoft.com/office/officeart/2005/8/layout/vProcess5"/>
    <dgm:cxn modelId="{DB5900CB-26B0-4F0E-8FB5-A6FA870B8322}" type="presOf" srcId="{DFADE8D8-16E0-45B8-B16F-EF3AF1CB382E}" destId="{90919E72-D3FD-4DC4-B0EA-989A4D107D30}" srcOrd="0" destOrd="0" presId="urn:microsoft.com/office/officeart/2005/8/layout/vProcess5"/>
    <dgm:cxn modelId="{282D41CF-6B02-4EF5-8D15-C3B9A7D04F57}" srcId="{708F340A-74F3-4227-9750-7DE40C78AAD9}" destId="{02EE1D6E-FE1B-4CD0-B2E3-6045B7A3670D}" srcOrd="1" destOrd="0" parTransId="{6761A04B-D205-43E7-9F01-CAC23602EF61}" sibTransId="{386268A5-54B8-495C-969E-86795FE29DA2}"/>
    <dgm:cxn modelId="{5EBB3AED-95C3-4F1B-9453-009910C435BD}" type="presOf" srcId="{708F340A-74F3-4227-9750-7DE40C78AAD9}" destId="{0DE3825C-C243-458B-B30F-7EA748EB6CCA}" srcOrd="0" destOrd="0" presId="urn:microsoft.com/office/officeart/2005/8/layout/vProcess5"/>
    <dgm:cxn modelId="{22A970F0-1715-436D-827D-866DBB0EE86A}" type="presOf" srcId="{5F7EE6CC-3BBA-42A7-868D-6D16E6C9AFF6}" destId="{E3A6FC88-B8B9-42CF-B7FA-864F0756BF24}" srcOrd="1" destOrd="0" presId="urn:microsoft.com/office/officeart/2005/8/layout/vProcess5"/>
    <dgm:cxn modelId="{320276B8-906B-4991-BC4E-9D8CA67B8FD1}" type="presParOf" srcId="{0DE3825C-C243-458B-B30F-7EA748EB6CCA}" destId="{DF6DB6D8-E481-41DE-AAA5-75BD1649312D}" srcOrd="0" destOrd="0" presId="urn:microsoft.com/office/officeart/2005/8/layout/vProcess5"/>
    <dgm:cxn modelId="{F036DF03-8A26-4B4A-B1D2-6D59518839C5}" type="presParOf" srcId="{0DE3825C-C243-458B-B30F-7EA748EB6CCA}" destId="{A69B8680-8D4F-4D58-9815-EA5B72EA85BE}" srcOrd="1" destOrd="0" presId="urn:microsoft.com/office/officeart/2005/8/layout/vProcess5"/>
    <dgm:cxn modelId="{5A5A5044-E1F2-4ADE-9164-894F1332E75C}" type="presParOf" srcId="{0DE3825C-C243-458B-B30F-7EA748EB6CCA}" destId="{B61F07CC-3F45-443D-889C-CCF6327E70E3}" srcOrd="2" destOrd="0" presId="urn:microsoft.com/office/officeart/2005/8/layout/vProcess5"/>
    <dgm:cxn modelId="{78718507-F20E-46FD-90B3-08F9B409C3D5}" type="presParOf" srcId="{0DE3825C-C243-458B-B30F-7EA748EB6CCA}" destId="{90919E72-D3FD-4DC4-B0EA-989A4D107D30}" srcOrd="3" destOrd="0" presId="urn:microsoft.com/office/officeart/2005/8/layout/vProcess5"/>
    <dgm:cxn modelId="{79035289-C87B-4AEC-9799-6E78F444B6EC}" type="presParOf" srcId="{0DE3825C-C243-458B-B30F-7EA748EB6CCA}" destId="{0173FD04-4B4D-4444-AD90-6634E5BBAC54}" srcOrd="4" destOrd="0" presId="urn:microsoft.com/office/officeart/2005/8/layout/vProcess5"/>
    <dgm:cxn modelId="{74DA5B51-156F-40FE-BAA8-F22B521F60A3}" type="presParOf" srcId="{0DE3825C-C243-458B-B30F-7EA748EB6CCA}" destId="{26B9092A-5918-48BA-AC4B-2825CAA6D6DD}" srcOrd="5" destOrd="0" presId="urn:microsoft.com/office/officeart/2005/8/layout/vProcess5"/>
    <dgm:cxn modelId="{0C0AE112-E47D-456F-8510-0B5788A29F4D}" type="presParOf" srcId="{0DE3825C-C243-458B-B30F-7EA748EB6CCA}" destId="{F744DBCD-5044-494E-AD6E-AF859E83A13B}" srcOrd="6" destOrd="0" presId="urn:microsoft.com/office/officeart/2005/8/layout/vProcess5"/>
    <dgm:cxn modelId="{DB6F20E9-400B-4080-B33F-1C405263F73E}" type="presParOf" srcId="{0DE3825C-C243-458B-B30F-7EA748EB6CCA}" destId="{2ACC5696-BAAB-4CA8-BC1E-FED1E1C1520F}" srcOrd="7" destOrd="0" presId="urn:microsoft.com/office/officeart/2005/8/layout/vProcess5"/>
    <dgm:cxn modelId="{052334BC-ACF1-4882-B313-4B5EF8ECCBD1}" type="presParOf" srcId="{0DE3825C-C243-458B-B30F-7EA748EB6CCA}" destId="{5E035867-4E4A-4BEF-8968-7B6E5AF5DDC8}" srcOrd="8" destOrd="0" presId="urn:microsoft.com/office/officeart/2005/8/layout/vProcess5"/>
    <dgm:cxn modelId="{9CFBA5AB-B672-4F47-843E-506190B6B835}" type="presParOf" srcId="{0DE3825C-C243-458B-B30F-7EA748EB6CCA}" destId="{D10D79A8-ECA2-468E-B329-70EDF45602F7}" srcOrd="9" destOrd="0" presId="urn:microsoft.com/office/officeart/2005/8/layout/vProcess5"/>
    <dgm:cxn modelId="{C79DCCD9-D162-49D4-8ACC-013EA1A5DA33}" type="presParOf" srcId="{0DE3825C-C243-458B-B30F-7EA748EB6CCA}" destId="{5AA609C3-7CCA-4CAF-B88E-D2B2309759AC}" srcOrd="10" destOrd="0" presId="urn:microsoft.com/office/officeart/2005/8/layout/vProcess5"/>
    <dgm:cxn modelId="{4F5B1013-C0FC-4247-B992-1C4F74F60171}" type="presParOf" srcId="{0DE3825C-C243-458B-B30F-7EA748EB6CCA}" destId="{E3A6FC88-B8B9-42CF-B7FA-864F0756BF2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8AAFB6-ED90-4D2D-847D-22E110ABB6B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8DE4F2-532D-4D94-9062-1BE3FBA90A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Masking Mode:</a:t>
          </a:r>
          <a:r>
            <a:rPr lang="en-US" b="0" i="0" baseline="0"/>
            <a:t> Replace data with [EMAIL], [PHONE].</a:t>
          </a:r>
          <a:endParaRPr lang="en-US"/>
        </a:p>
      </dgm:t>
    </dgm:pt>
    <dgm:pt modelId="{3ED158EB-DC49-4173-81FE-DAAF4E30B9E6}" type="parTrans" cxnId="{E72F94DE-CA8A-4D51-82B7-06A6F26290A1}">
      <dgm:prSet/>
      <dgm:spPr/>
      <dgm:t>
        <a:bodyPr/>
        <a:lstStyle/>
        <a:p>
          <a:endParaRPr lang="en-US"/>
        </a:p>
      </dgm:t>
    </dgm:pt>
    <dgm:pt modelId="{0B273315-7073-480F-BBE9-D864C60A25CB}" type="sibTrans" cxnId="{E72F94DE-CA8A-4D51-82B7-06A6F26290A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822C99-5D12-4300-B943-422557F6E7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Redaction Mode:</a:t>
          </a:r>
          <a:r>
            <a:rPr lang="en-US" b="0" i="0" baseline="0"/>
            <a:t> Complete removal for high security.</a:t>
          </a:r>
          <a:endParaRPr lang="en-US"/>
        </a:p>
      </dgm:t>
    </dgm:pt>
    <dgm:pt modelId="{530C9564-3684-44AA-8CAB-1B0CCCD0522C}" type="parTrans" cxnId="{830D782A-2DA0-48E6-9283-ED3DBAC38416}">
      <dgm:prSet/>
      <dgm:spPr/>
      <dgm:t>
        <a:bodyPr/>
        <a:lstStyle/>
        <a:p>
          <a:endParaRPr lang="en-US"/>
        </a:p>
      </dgm:t>
    </dgm:pt>
    <dgm:pt modelId="{6DAA204D-4247-4C82-B56E-F2B79E2B3982}" type="sibTrans" cxnId="{830D782A-2DA0-48E6-9283-ED3DBAC384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35764C-45D2-4EA1-9DF8-E75C07C74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Accuracy Metric:</a:t>
          </a:r>
          <a:r>
            <a:rPr lang="en-US" b="0" i="0" baseline="0"/>
            <a:t> Real-time Levenshtein Similarity Score.</a:t>
          </a:r>
          <a:endParaRPr lang="en-US"/>
        </a:p>
      </dgm:t>
    </dgm:pt>
    <dgm:pt modelId="{7318BBFA-30A5-4937-BB28-1279336ACB47}" type="parTrans" cxnId="{AD2224E8-5D9A-438E-B51D-7CC3EBA8D1A0}">
      <dgm:prSet/>
      <dgm:spPr/>
      <dgm:t>
        <a:bodyPr/>
        <a:lstStyle/>
        <a:p>
          <a:endParaRPr lang="en-US"/>
        </a:p>
      </dgm:t>
    </dgm:pt>
    <dgm:pt modelId="{3D80AC6C-DE10-4FB9-996D-7DE1FD9D79B4}" type="sibTrans" cxnId="{AD2224E8-5D9A-438E-B51D-7CC3EBA8D1A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DB88A3D-1732-4A56-BA12-FA6ADD30CA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Data Log:</a:t>
          </a:r>
          <a:r>
            <a:rPr lang="en-US" b="0" i="0" baseline="0"/>
            <a:t> Entity Visualization Table</a:t>
          </a:r>
          <a:endParaRPr lang="en-US"/>
        </a:p>
      </dgm:t>
    </dgm:pt>
    <dgm:pt modelId="{6D2F3159-E8B1-4AC0-B813-401E60CB47D3}" type="parTrans" cxnId="{F5EE64D6-B157-4539-87A8-6E08D289691F}">
      <dgm:prSet/>
      <dgm:spPr/>
      <dgm:t>
        <a:bodyPr/>
        <a:lstStyle/>
        <a:p>
          <a:endParaRPr lang="en-US"/>
        </a:p>
      </dgm:t>
    </dgm:pt>
    <dgm:pt modelId="{374BAEA3-233F-4BDC-ADC2-78079AD74114}" type="sibTrans" cxnId="{F5EE64D6-B157-4539-87A8-6E08D289691F}">
      <dgm:prSet/>
      <dgm:spPr/>
      <dgm:t>
        <a:bodyPr/>
        <a:lstStyle/>
        <a:p>
          <a:endParaRPr lang="en-US"/>
        </a:p>
      </dgm:t>
    </dgm:pt>
    <dgm:pt modelId="{6A4735B6-C45B-4968-9AC5-BAF79737C9B7}" type="pres">
      <dgm:prSet presAssocID="{FB8AAFB6-ED90-4D2D-847D-22E110ABB6B1}" presName="root" presStyleCnt="0">
        <dgm:presLayoutVars>
          <dgm:dir/>
          <dgm:resizeHandles val="exact"/>
        </dgm:presLayoutVars>
      </dgm:prSet>
      <dgm:spPr/>
    </dgm:pt>
    <dgm:pt modelId="{6E0AD570-238C-40AC-BAA1-742FA6158EBD}" type="pres">
      <dgm:prSet presAssocID="{FB8AAFB6-ED90-4D2D-847D-22E110ABB6B1}" presName="container" presStyleCnt="0">
        <dgm:presLayoutVars>
          <dgm:dir/>
          <dgm:resizeHandles val="exact"/>
        </dgm:presLayoutVars>
      </dgm:prSet>
      <dgm:spPr/>
    </dgm:pt>
    <dgm:pt modelId="{3A27E49C-8061-4E0B-9AFC-4EFC0C689292}" type="pres">
      <dgm:prSet presAssocID="{DB8DE4F2-532D-4D94-9062-1BE3FBA90AF2}" presName="compNode" presStyleCnt="0"/>
      <dgm:spPr/>
    </dgm:pt>
    <dgm:pt modelId="{8FB618C1-9DBC-4657-B5F6-9AF27C3A3679}" type="pres">
      <dgm:prSet presAssocID="{DB8DE4F2-532D-4D94-9062-1BE3FBA90AF2}" presName="iconBgRect" presStyleLbl="bgShp" presStyleIdx="0" presStyleCnt="4"/>
      <dgm:spPr/>
    </dgm:pt>
    <dgm:pt modelId="{23F7EF2A-B369-4D7C-A265-38CEE057158D}" type="pres">
      <dgm:prSet presAssocID="{DB8DE4F2-532D-4D94-9062-1BE3FBA90AF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ty Mask"/>
        </a:ext>
      </dgm:extLst>
    </dgm:pt>
    <dgm:pt modelId="{59AB2C0A-989A-48F6-B7F2-63298EEF30F0}" type="pres">
      <dgm:prSet presAssocID="{DB8DE4F2-532D-4D94-9062-1BE3FBA90AF2}" presName="spaceRect" presStyleCnt="0"/>
      <dgm:spPr/>
    </dgm:pt>
    <dgm:pt modelId="{548EC844-205E-4DBC-ADA7-146069A7E94D}" type="pres">
      <dgm:prSet presAssocID="{DB8DE4F2-532D-4D94-9062-1BE3FBA90AF2}" presName="textRect" presStyleLbl="revTx" presStyleIdx="0" presStyleCnt="4">
        <dgm:presLayoutVars>
          <dgm:chMax val="1"/>
          <dgm:chPref val="1"/>
        </dgm:presLayoutVars>
      </dgm:prSet>
      <dgm:spPr/>
    </dgm:pt>
    <dgm:pt modelId="{383B4E98-4219-45B4-91CE-D3020090525A}" type="pres">
      <dgm:prSet presAssocID="{0B273315-7073-480F-BBE9-D864C60A25CB}" presName="sibTrans" presStyleLbl="sibTrans2D1" presStyleIdx="0" presStyleCnt="0"/>
      <dgm:spPr/>
    </dgm:pt>
    <dgm:pt modelId="{7AE1CFC7-9589-4C65-8C7B-5344B19828A8}" type="pres">
      <dgm:prSet presAssocID="{C3822C99-5D12-4300-B943-422557F6E77C}" presName="compNode" presStyleCnt="0"/>
      <dgm:spPr/>
    </dgm:pt>
    <dgm:pt modelId="{2025E401-5948-48CD-BA97-A9505ABB42B2}" type="pres">
      <dgm:prSet presAssocID="{C3822C99-5D12-4300-B943-422557F6E77C}" presName="iconBgRect" presStyleLbl="bgShp" presStyleIdx="1" presStyleCnt="4"/>
      <dgm:spPr/>
    </dgm:pt>
    <dgm:pt modelId="{2B285E2D-7478-4DB7-8102-8970F3BA3987}" type="pres">
      <dgm:prSet presAssocID="{C3822C99-5D12-4300-B943-422557F6E7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26025D67-427B-4CEE-89F4-E9C2C0EE290D}" type="pres">
      <dgm:prSet presAssocID="{C3822C99-5D12-4300-B943-422557F6E77C}" presName="spaceRect" presStyleCnt="0"/>
      <dgm:spPr/>
    </dgm:pt>
    <dgm:pt modelId="{D4181F86-372A-4E2B-A839-6CF82100FE31}" type="pres">
      <dgm:prSet presAssocID="{C3822C99-5D12-4300-B943-422557F6E77C}" presName="textRect" presStyleLbl="revTx" presStyleIdx="1" presStyleCnt="4">
        <dgm:presLayoutVars>
          <dgm:chMax val="1"/>
          <dgm:chPref val="1"/>
        </dgm:presLayoutVars>
      </dgm:prSet>
      <dgm:spPr/>
    </dgm:pt>
    <dgm:pt modelId="{39D34371-2788-43EF-A5F4-31F067DC59E7}" type="pres">
      <dgm:prSet presAssocID="{6DAA204D-4247-4C82-B56E-F2B79E2B3982}" presName="sibTrans" presStyleLbl="sibTrans2D1" presStyleIdx="0" presStyleCnt="0"/>
      <dgm:spPr/>
    </dgm:pt>
    <dgm:pt modelId="{761FCB83-2072-4C08-9EC5-DEC3DF028388}" type="pres">
      <dgm:prSet presAssocID="{C535764C-45D2-4EA1-9DF8-E75C07C74C8F}" presName="compNode" presStyleCnt="0"/>
      <dgm:spPr/>
    </dgm:pt>
    <dgm:pt modelId="{C3EE51CB-BFD7-4876-BE75-C1AEC46D85D6}" type="pres">
      <dgm:prSet presAssocID="{C535764C-45D2-4EA1-9DF8-E75C07C74C8F}" presName="iconBgRect" presStyleLbl="bgShp" presStyleIdx="2" presStyleCnt="4"/>
      <dgm:spPr/>
    </dgm:pt>
    <dgm:pt modelId="{229F4F57-08ED-42AC-9CC4-DA4B8458544A}" type="pres">
      <dgm:prSet presAssocID="{C535764C-45D2-4EA1-9DF8-E75C07C74C8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34EFB83-E4C2-4B4B-8498-B935D26FFCF2}" type="pres">
      <dgm:prSet presAssocID="{C535764C-45D2-4EA1-9DF8-E75C07C74C8F}" presName="spaceRect" presStyleCnt="0"/>
      <dgm:spPr/>
    </dgm:pt>
    <dgm:pt modelId="{A84C6976-7212-4383-BB02-DB009A0E57A7}" type="pres">
      <dgm:prSet presAssocID="{C535764C-45D2-4EA1-9DF8-E75C07C74C8F}" presName="textRect" presStyleLbl="revTx" presStyleIdx="2" presStyleCnt="4">
        <dgm:presLayoutVars>
          <dgm:chMax val="1"/>
          <dgm:chPref val="1"/>
        </dgm:presLayoutVars>
      </dgm:prSet>
      <dgm:spPr/>
    </dgm:pt>
    <dgm:pt modelId="{9941DB34-8EAD-4D75-B5B1-49E1A5C9869E}" type="pres">
      <dgm:prSet presAssocID="{3D80AC6C-DE10-4FB9-996D-7DE1FD9D79B4}" presName="sibTrans" presStyleLbl="sibTrans2D1" presStyleIdx="0" presStyleCnt="0"/>
      <dgm:spPr/>
    </dgm:pt>
    <dgm:pt modelId="{643C62B8-B16B-4137-9EF6-17935360FAB6}" type="pres">
      <dgm:prSet presAssocID="{2DB88A3D-1732-4A56-BA12-FA6ADD30CACF}" presName="compNode" presStyleCnt="0"/>
      <dgm:spPr/>
    </dgm:pt>
    <dgm:pt modelId="{AA71D226-CD60-4571-A4D9-991FC0585C68}" type="pres">
      <dgm:prSet presAssocID="{2DB88A3D-1732-4A56-BA12-FA6ADD30CACF}" presName="iconBgRect" presStyleLbl="bgShp" presStyleIdx="3" presStyleCnt="4"/>
      <dgm:spPr/>
    </dgm:pt>
    <dgm:pt modelId="{54EF6CE0-117A-454C-B811-A789AE8D22B9}" type="pres">
      <dgm:prSet presAssocID="{2DB88A3D-1732-4A56-BA12-FA6ADD30CAC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07DEEB8-29A2-41C5-AF52-7BEF718B84F4}" type="pres">
      <dgm:prSet presAssocID="{2DB88A3D-1732-4A56-BA12-FA6ADD30CACF}" presName="spaceRect" presStyleCnt="0"/>
      <dgm:spPr/>
    </dgm:pt>
    <dgm:pt modelId="{F3453320-D28F-45E5-9556-1262FCCDD961}" type="pres">
      <dgm:prSet presAssocID="{2DB88A3D-1732-4A56-BA12-FA6ADD30CAC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C0FE912-57C2-449C-BD80-68B829C2A9C0}" type="presOf" srcId="{FB8AAFB6-ED90-4D2D-847D-22E110ABB6B1}" destId="{6A4735B6-C45B-4968-9AC5-BAF79737C9B7}" srcOrd="0" destOrd="0" presId="urn:microsoft.com/office/officeart/2018/2/layout/IconCircleList"/>
    <dgm:cxn modelId="{CED5D815-4B0A-43AB-9E30-13D950C37D26}" type="presOf" srcId="{C3822C99-5D12-4300-B943-422557F6E77C}" destId="{D4181F86-372A-4E2B-A839-6CF82100FE31}" srcOrd="0" destOrd="0" presId="urn:microsoft.com/office/officeart/2018/2/layout/IconCircleList"/>
    <dgm:cxn modelId="{830D782A-2DA0-48E6-9283-ED3DBAC38416}" srcId="{FB8AAFB6-ED90-4D2D-847D-22E110ABB6B1}" destId="{C3822C99-5D12-4300-B943-422557F6E77C}" srcOrd="1" destOrd="0" parTransId="{530C9564-3684-44AA-8CAB-1B0CCCD0522C}" sibTransId="{6DAA204D-4247-4C82-B56E-F2B79E2B3982}"/>
    <dgm:cxn modelId="{BF8BB14B-46B5-45D4-B0FA-FDCED1788B87}" type="presOf" srcId="{2DB88A3D-1732-4A56-BA12-FA6ADD30CACF}" destId="{F3453320-D28F-45E5-9556-1262FCCDD961}" srcOrd="0" destOrd="0" presId="urn:microsoft.com/office/officeart/2018/2/layout/IconCircleList"/>
    <dgm:cxn modelId="{9E1A4E7B-FB82-4E51-93DF-DE4EC996CA0F}" type="presOf" srcId="{3D80AC6C-DE10-4FB9-996D-7DE1FD9D79B4}" destId="{9941DB34-8EAD-4D75-B5B1-49E1A5C9869E}" srcOrd="0" destOrd="0" presId="urn:microsoft.com/office/officeart/2018/2/layout/IconCircleList"/>
    <dgm:cxn modelId="{11ECD67D-6C42-44E3-A5C8-ACCADC7CC573}" type="presOf" srcId="{6DAA204D-4247-4C82-B56E-F2B79E2B3982}" destId="{39D34371-2788-43EF-A5F4-31F067DC59E7}" srcOrd="0" destOrd="0" presId="urn:microsoft.com/office/officeart/2018/2/layout/IconCircleList"/>
    <dgm:cxn modelId="{32791197-A0E9-4758-8584-B77E33796B89}" type="presOf" srcId="{0B273315-7073-480F-BBE9-D864C60A25CB}" destId="{383B4E98-4219-45B4-91CE-D3020090525A}" srcOrd="0" destOrd="0" presId="urn:microsoft.com/office/officeart/2018/2/layout/IconCircleList"/>
    <dgm:cxn modelId="{F5EE64D6-B157-4539-87A8-6E08D289691F}" srcId="{FB8AAFB6-ED90-4D2D-847D-22E110ABB6B1}" destId="{2DB88A3D-1732-4A56-BA12-FA6ADD30CACF}" srcOrd="3" destOrd="0" parTransId="{6D2F3159-E8B1-4AC0-B813-401E60CB47D3}" sibTransId="{374BAEA3-233F-4BDC-ADC2-78079AD74114}"/>
    <dgm:cxn modelId="{E72F94DE-CA8A-4D51-82B7-06A6F26290A1}" srcId="{FB8AAFB6-ED90-4D2D-847D-22E110ABB6B1}" destId="{DB8DE4F2-532D-4D94-9062-1BE3FBA90AF2}" srcOrd="0" destOrd="0" parTransId="{3ED158EB-DC49-4173-81FE-DAAF4E30B9E6}" sibTransId="{0B273315-7073-480F-BBE9-D864C60A25CB}"/>
    <dgm:cxn modelId="{B26C79E6-2151-4251-8182-741DA3CB006A}" type="presOf" srcId="{C535764C-45D2-4EA1-9DF8-E75C07C74C8F}" destId="{A84C6976-7212-4383-BB02-DB009A0E57A7}" srcOrd="0" destOrd="0" presId="urn:microsoft.com/office/officeart/2018/2/layout/IconCircleList"/>
    <dgm:cxn modelId="{AD2224E8-5D9A-438E-B51D-7CC3EBA8D1A0}" srcId="{FB8AAFB6-ED90-4D2D-847D-22E110ABB6B1}" destId="{C535764C-45D2-4EA1-9DF8-E75C07C74C8F}" srcOrd="2" destOrd="0" parTransId="{7318BBFA-30A5-4937-BB28-1279336ACB47}" sibTransId="{3D80AC6C-DE10-4FB9-996D-7DE1FD9D79B4}"/>
    <dgm:cxn modelId="{904395F4-4E8B-41BD-9995-E415C99CE84A}" type="presOf" srcId="{DB8DE4F2-532D-4D94-9062-1BE3FBA90AF2}" destId="{548EC844-205E-4DBC-ADA7-146069A7E94D}" srcOrd="0" destOrd="0" presId="urn:microsoft.com/office/officeart/2018/2/layout/IconCircleList"/>
    <dgm:cxn modelId="{273D6CE1-A2D9-44B9-AADF-52729462B45E}" type="presParOf" srcId="{6A4735B6-C45B-4968-9AC5-BAF79737C9B7}" destId="{6E0AD570-238C-40AC-BAA1-742FA6158EBD}" srcOrd="0" destOrd="0" presId="urn:microsoft.com/office/officeart/2018/2/layout/IconCircleList"/>
    <dgm:cxn modelId="{77118F24-6C3F-4CC5-8692-86A7A0776196}" type="presParOf" srcId="{6E0AD570-238C-40AC-BAA1-742FA6158EBD}" destId="{3A27E49C-8061-4E0B-9AFC-4EFC0C689292}" srcOrd="0" destOrd="0" presId="urn:microsoft.com/office/officeart/2018/2/layout/IconCircleList"/>
    <dgm:cxn modelId="{64453B20-F1D9-4AAC-BD82-D52535BA6E6D}" type="presParOf" srcId="{3A27E49C-8061-4E0B-9AFC-4EFC0C689292}" destId="{8FB618C1-9DBC-4657-B5F6-9AF27C3A3679}" srcOrd="0" destOrd="0" presId="urn:microsoft.com/office/officeart/2018/2/layout/IconCircleList"/>
    <dgm:cxn modelId="{3270634E-5BBD-4084-AEA5-972A721C93F0}" type="presParOf" srcId="{3A27E49C-8061-4E0B-9AFC-4EFC0C689292}" destId="{23F7EF2A-B369-4D7C-A265-38CEE057158D}" srcOrd="1" destOrd="0" presId="urn:microsoft.com/office/officeart/2018/2/layout/IconCircleList"/>
    <dgm:cxn modelId="{480D7150-10CD-4FBC-9ADD-2A77085DD5C9}" type="presParOf" srcId="{3A27E49C-8061-4E0B-9AFC-4EFC0C689292}" destId="{59AB2C0A-989A-48F6-B7F2-63298EEF30F0}" srcOrd="2" destOrd="0" presId="urn:microsoft.com/office/officeart/2018/2/layout/IconCircleList"/>
    <dgm:cxn modelId="{0FDB644C-55A1-47ED-BC6A-EC572B12FC95}" type="presParOf" srcId="{3A27E49C-8061-4E0B-9AFC-4EFC0C689292}" destId="{548EC844-205E-4DBC-ADA7-146069A7E94D}" srcOrd="3" destOrd="0" presId="urn:microsoft.com/office/officeart/2018/2/layout/IconCircleList"/>
    <dgm:cxn modelId="{00C3C90A-8FA3-4C1C-BF69-71775177E09C}" type="presParOf" srcId="{6E0AD570-238C-40AC-BAA1-742FA6158EBD}" destId="{383B4E98-4219-45B4-91CE-D3020090525A}" srcOrd="1" destOrd="0" presId="urn:microsoft.com/office/officeart/2018/2/layout/IconCircleList"/>
    <dgm:cxn modelId="{6772E9FA-0FC4-40FE-A1C9-F4FE9DFA9CF1}" type="presParOf" srcId="{6E0AD570-238C-40AC-BAA1-742FA6158EBD}" destId="{7AE1CFC7-9589-4C65-8C7B-5344B19828A8}" srcOrd="2" destOrd="0" presId="urn:microsoft.com/office/officeart/2018/2/layout/IconCircleList"/>
    <dgm:cxn modelId="{08C26DCA-80EC-4153-8FC5-DC2C6AAA63D1}" type="presParOf" srcId="{7AE1CFC7-9589-4C65-8C7B-5344B19828A8}" destId="{2025E401-5948-48CD-BA97-A9505ABB42B2}" srcOrd="0" destOrd="0" presId="urn:microsoft.com/office/officeart/2018/2/layout/IconCircleList"/>
    <dgm:cxn modelId="{8004416B-1C38-4DD5-BAFC-DA6C348E6B54}" type="presParOf" srcId="{7AE1CFC7-9589-4C65-8C7B-5344B19828A8}" destId="{2B285E2D-7478-4DB7-8102-8970F3BA3987}" srcOrd="1" destOrd="0" presId="urn:microsoft.com/office/officeart/2018/2/layout/IconCircleList"/>
    <dgm:cxn modelId="{9F995626-BE77-4776-9F54-F331CDDB6023}" type="presParOf" srcId="{7AE1CFC7-9589-4C65-8C7B-5344B19828A8}" destId="{26025D67-427B-4CEE-89F4-E9C2C0EE290D}" srcOrd="2" destOrd="0" presId="urn:microsoft.com/office/officeart/2018/2/layout/IconCircleList"/>
    <dgm:cxn modelId="{53AD5981-4201-4E25-B29E-E279CF62254C}" type="presParOf" srcId="{7AE1CFC7-9589-4C65-8C7B-5344B19828A8}" destId="{D4181F86-372A-4E2B-A839-6CF82100FE31}" srcOrd="3" destOrd="0" presId="urn:microsoft.com/office/officeart/2018/2/layout/IconCircleList"/>
    <dgm:cxn modelId="{0F71AAFA-18BB-4363-89D7-F55D6BFC3203}" type="presParOf" srcId="{6E0AD570-238C-40AC-BAA1-742FA6158EBD}" destId="{39D34371-2788-43EF-A5F4-31F067DC59E7}" srcOrd="3" destOrd="0" presId="urn:microsoft.com/office/officeart/2018/2/layout/IconCircleList"/>
    <dgm:cxn modelId="{E470BF21-B8E4-4C6A-BE70-1AD9CD2C34B5}" type="presParOf" srcId="{6E0AD570-238C-40AC-BAA1-742FA6158EBD}" destId="{761FCB83-2072-4C08-9EC5-DEC3DF028388}" srcOrd="4" destOrd="0" presId="urn:microsoft.com/office/officeart/2018/2/layout/IconCircleList"/>
    <dgm:cxn modelId="{B6927124-DD19-412F-B741-473CBCEE3A5D}" type="presParOf" srcId="{761FCB83-2072-4C08-9EC5-DEC3DF028388}" destId="{C3EE51CB-BFD7-4876-BE75-C1AEC46D85D6}" srcOrd="0" destOrd="0" presId="urn:microsoft.com/office/officeart/2018/2/layout/IconCircleList"/>
    <dgm:cxn modelId="{EFA5E911-09C4-4BE0-A3B4-6CF53FC99818}" type="presParOf" srcId="{761FCB83-2072-4C08-9EC5-DEC3DF028388}" destId="{229F4F57-08ED-42AC-9CC4-DA4B8458544A}" srcOrd="1" destOrd="0" presId="urn:microsoft.com/office/officeart/2018/2/layout/IconCircleList"/>
    <dgm:cxn modelId="{0D2D3899-8AF5-41FB-9A57-020E54D525CE}" type="presParOf" srcId="{761FCB83-2072-4C08-9EC5-DEC3DF028388}" destId="{E34EFB83-E4C2-4B4B-8498-B935D26FFCF2}" srcOrd="2" destOrd="0" presId="urn:microsoft.com/office/officeart/2018/2/layout/IconCircleList"/>
    <dgm:cxn modelId="{E72BC454-8FBB-4A11-BC5E-256A79CA53DC}" type="presParOf" srcId="{761FCB83-2072-4C08-9EC5-DEC3DF028388}" destId="{A84C6976-7212-4383-BB02-DB009A0E57A7}" srcOrd="3" destOrd="0" presId="urn:microsoft.com/office/officeart/2018/2/layout/IconCircleList"/>
    <dgm:cxn modelId="{FC3C03D2-69C8-48C8-A38A-E1C69DD0E041}" type="presParOf" srcId="{6E0AD570-238C-40AC-BAA1-742FA6158EBD}" destId="{9941DB34-8EAD-4D75-B5B1-49E1A5C9869E}" srcOrd="5" destOrd="0" presId="urn:microsoft.com/office/officeart/2018/2/layout/IconCircleList"/>
    <dgm:cxn modelId="{EC2AF954-5956-4550-A5FA-90D2DF1D6812}" type="presParOf" srcId="{6E0AD570-238C-40AC-BAA1-742FA6158EBD}" destId="{643C62B8-B16B-4137-9EF6-17935360FAB6}" srcOrd="6" destOrd="0" presId="urn:microsoft.com/office/officeart/2018/2/layout/IconCircleList"/>
    <dgm:cxn modelId="{E739C913-105F-4FD7-837F-B4365F889130}" type="presParOf" srcId="{643C62B8-B16B-4137-9EF6-17935360FAB6}" destId="{AA71D226-CD60-4571-A4D9-991FC0585C68}" srcOrd="0" destOrd="0" presId="urn:microsoft.com/office/officeart/2018/2/layout/IconCircleList"/>
    <dgm:cxn modelId="{B8033185-A800-448C-ADE2-CA1B1EE78B23}" type="presParOf" srcId="{643C62B8-B16B-4137-9EF6-17935360FAB6}" destId="{54EF6CE0-117A-454C-B811-A789AE8D22B9}" srcOrd="1" destOrd="0" presId="urn:microsoft.com/office/officeart/2018/2/layout/IconCircleList"/>
    <dgm:cxn modelId="{C070F4BA-75B2-4A57-9EB4-F24BFB21ED0B}" type="presParOf" srcId="{643C62B8-B16B-4137-9EF6-17935360FAB6}" destId="{907DEEB8-29A2-41C5-AF52-7BEF718B84F4}" srcOrd="2" destOrd="0" presId="urn:microsoft.com/office/officeart/2018/2/layout/IconCircleList"/>
    <dgm:cxn modelId="{39955CAB-9527-4B69-A3DE-A44782FC40B3}" type="presParOf" srcId="{643C62B8-B16B-4137-9EF6-17935360FAB6}" destId="{F3453320-D28F-45E5-9556-1262FCCDD96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E436F-2E5E-4D82-9DCA-45EDBC868A91}">
      <dsp:nvSpPr>
        <dsp:cNvPr id="0" name=""/>
        <dsp:cNvSpPr/>
      </dsp:nvSpPr>
      <dsp:spPr>
        <a:xfrm>
          <a:off x="1753109" y="8622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FB9F2-E481-4278-869B-FCFE1D2AFAA7}">
      <dsp:nvSpPr>
        <dsp:cNvPr id="0" name=""/>
        <dsp:cNvSpPr/>
      </dsp:nvSpPr>
      <dsp:spPr>
        <a:xfrm>
          <a:off x="2052922" y="308435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13207-DFC9-4668-9AC6-D8793CE268F8}">
      <dsp:nvSpPr>
        <dsp:cNvPr id="0" name=""/>
        <dsp:cNvSpPr/>
      </dsp:nvSpPr>
      <dsp:spPr>
        <a:xfrm>
          <a:off x="1303391" y="185362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Preserve context &amp; formatting.</a:t>
          </a:r>
        </a:p>
      </dsp:txBody>
      <dsp:txXfrm>
        <a:off x="1303391" y="1853622"/>
        <a:ext cx="2306250" cy="720000"/>
      </dsp:txXfrm>
    </dsp:sp>
    <dsp:sp modelId="{58DB0510-ABB0-43B3-B691-DE4B590C7E57}">
      <dsp:nvSpPr>
        <dsp:cNvPr id="0" name=""/>
        <dsp:cNvSpPr/>
      </dsp:nvSpPr>
      <dsp:spPr>
        <a:xfrm>
          <a:off x="4462953" y="8622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0C9B3-A13C-4857-A863-B51AAEDFC1BF}">
      <dsp:nvSpPr>
        <dsp:cNvPr id="0" name=""/>
        <dsp:cNvSpPr/>
      </dsp:nvSpPr>
      <dsp:spPr>
        <a:xfrm>
          <a:off x="4762766" y="308435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83E3B-BF42-4AEA-BB5F-ACA448B0DC60}">
      <dsp:nvSpPr>
        <dsp:cNvPr id="0" name=""/>
        <dsp:cNvSpPr/>
      </dsp:nvSpPr>
      <dsp:spPr>
        <a:xfrm>
          <a:off x="4013235" y="185362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Detect unseen/random names.</a:t>
          </a:r>
        </a:p>
      </dsp:txBody>
      <dsp:txXfrm>
        <a:off x="4013235" y="1853622"/>
        <a:ext cx="2306250" cy="720000"/>
      </dsp:txXfrm>
    </dsp:sp>
    <dsp:sp modelId="{A5CE3D9B-7BE7-4839-8DC7-FF2B592D1426}">
      <dsp:nvSpPr>
        <dsp:cNvPr id="0" name=""/>
        <dsp:cNvSpPr/>
      </dsp:nvSpPr>
      <dsp:spPr>
        <a:xfrm>
          <a:off x="7172797" y="8622"/>
          <a:ext cx="1406812" cy="14068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B0818-803F-4A30-8129-7FF201560ED9}">
      <dsp:nvSpPr>
        <dsp:cNvPr id="0" name=""/>
        <dsp:cNvSpPr/>
      </dsp:nvSpPr>
      <dsp:spPr>
        <a:xfrm>
          <a:off x="7472610" y="308435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C91AF-EFAA-485E-9D48-D6B28083D90D}">
      <dsp:nvSpPr>
        <dsp:cNvPr id="0" name=""/>
        <dsp:cNvSpPr/>
      </dsp:nvSpPr>
      <dsp:spPr>
        <a:xfrm>
          <a:off x="6723078" y="1853622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Avoid over-redaction (e.g., keeping words like "Hotel").</a:t>
          </a:r>
        </a:p>
      </dsp:txBody>
      <dsp:txXfrm>
        <a:off x="6723078" y="1853622"/>
        <a:ext cx="23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4906BF-2D1D-41BB-9034-7961734BDFC9}">
      <dsp:nvSpPr>
        <dsp:cNvPr id="0" name=""/>
        <dsp:cNvSpPr/>
      </dsp:nvSpPr>
      <dsp:spPr>
        <a:xfrm>
          <a:off x="0" y="1583"/>
          <a:ext cx="9941941" cy="8027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7561BD-EE06-46E3-883B-23DB7A2DE32C}">
      <dsp:nvSpPr>
        <dsp:cNvPr id="0" name=""/>
        <dsp:cNvSpPr/>
      </dsp:nvSpPr>
      <dsp:spPr>
        <a:xfrm>
          <a:off x="242844" y="182212"/>
          <a:ext cx="441535" cy="441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AE983-CE2E-44EC-A35C-1E7281D1E143}">
      <dsp:nvSpPr>
        <dsp:cNvPr id="0" name=""/>
        <dsp:cNvSpPr/>
      </dsp:nvSpPr>
      <dsp:spPr>
        <a:xfrm>
          <a:off x="927224" y="1583"/>
          <a:ext cx="9014716" cy="802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2" tIns="84962" rIns="84962" bIns="8496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Attempt 1 (Pure Regex):</a:t>
          </a:r>
          <a:r>
            <a:rPr lang="en-US" sz="2000" b="0" i="0" kern="1200" baseline="0"/>
            <a:t> Good for emails/phones, but failed on Names &amp; Locations.</a:t>
          </a:r>
          <a:endParaRPr lang="en-US" sz="2000" kern="1200"/>
        </a:p>
      </dsp:txBody>
      <dsp:txXfrm>
        <a:off x="927224" y="1583"/>
        <a:ext cx="9014716" cy="802791"/>
      </dsp:txXfrm>
    </dsp:sp>
    <dsp:sp modelId="{307403F8-1237-4C5C-8057-CB1ED32978FC}">
      <dsp:nvSpPr>
        <dsp:cNvPr id="0" name=""/>
        <dsp:cNvSpPr/>
      </dsp:nvSpPr>
      <dsp:spPr>
        <a:xfrm>
          <a:off x="0" y="1005073"/>
          <a:ext cx="9941941" cy="8027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26F6F-014E-4AFF-AD6B-ED986BC675D6}">
      <dsp:nvSpPr>
        <dsp:cNvPr id="0" name=""/>
        <dsp:cNvSpPr/>
      </dsp:nvSpPr>
      <dsp:spPr>
        <a:xfrm>
          <a:off x="242844" y="1185701"/>
          <a:ext cx="441535" cy="441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EEAF1-9AAE-4B3A-BB01-318010DFDC27}">
      <dsp:nvSpPr>
        <dsp:cNvPr id="0" name=""/>
        <dsp:cNvSpPr/>
      </dsp:nvSpPr>
      <dsp:spPr>
        <a:xfrm>
          <a:off x="927224" y="1005073"/>
          <a:ext cx="9014716" cy="802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2" tIns="84962" rIns="84962" bIns="8496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Attempt 2 (Pure AI - spaCy):</a:t>
          </a:r>
          <a:r>
            <a:rPr lang="en-US" sz="2000" b="0" i="0" kern="1200" baseline="0"/>
            <a:t> Good for names, but introduced </a:t>
          </a:r>
          <a:r>
            <a:rPr lang="en-US" sz="2000" b="1" i="0" kern="1200" baseline="0"/>
            <a:t>Hallucinations</a:t>
          </a:r>
          <a:r>
            <a:rPr lang="en-US" sz="2000" b="0" i="0" kern="1200" baseline="0"/>
            <a:t>.</a:t>
          </a:r>
          <a:endParaRPr lang="en-US" sz="2000" kern="1200"/>
        </a:p>
      </dsp:txBody>
      <dsp:txXfrm>
        <a:off x="927224" y="1005073"/>
        <a:ext cx="9014716" cy="802791"/>
      </dsp:txXfrm>
    </dsp:sp>
    <dsp:sp modelId="{C9375163-4DE7-4384-BC3B-A4E8BFFA9347}">
      <dsp:nvSpPr>
        <dsp:cNvPr id="0" name=""/>
        <dsp:cNvSpPr/>
      </dsp:nvSpPr>
      <dsp:spPr>
        <a:xfrm>
          <a:off x="0" y="2008563"/>
          <a:ext cx="9941941" cy="8027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DB047-ECB6-4F86-A8E4-7F9D586285A6}">
      <dsp:nvSpPr>
        <dsp:cNvPr id="0" name=""/>
        <dsp:cNvSpPr/>
      </dsp:nvSpPr>
      <dsp:spPr>
        <a:xfrm>
          <a:off x="242844" y="2189191"/>
          <a:ext cx="441535" cy="441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DA04F-C8CE-4B33-8AB2-746F599E743D}">
      <dsp:nvSpPr>
        <dsp:cNvPr id="0" name=""/>
        <dsp:cNvSpPr/>
      </dsp:nvSpPr>
      <dsp:spPr>
        <a:xfrm>
          <a:off x="927224" y="2008563"/>
          <a:ext cx="9014716" cy="802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2" tIns="84962" rIns="84962" bIns="8496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1" kern="1200" baseline="0"/>
            <a:t>Bug:</a:t>
          </a:r>
          <a:r>
            <a:rPr lang="en-US" sz="2000" b="0" i="0" kern="1200" baseline="0"/>
            <a:t> AI confused IP addresses with Locations([[Location])</a:t>
          </a:r>
          <a:endParaRPr lang="en-US" sz="2000" kern="1200"/>
        </a:p>
      </dsp:txBody>
      <dsp:txXfrm>
        <a:off x="927224" y="2008563"/>
        <a:ext cx="9014716" cy="802791"/>
      </dsp:txXfrm>
    </dsp:sp>
    <dsp:sp modelId="{1684FDA7-9429-4911-A8B1-E262AEB6C6F1}">
      <dsp:nvSpPr>
        <dsp:cNvPr id="0" name=""/>
        <dsp:cNvSpPr/>
      </dsp:nvSpPr>
      <dsp:spPr>
        <a:xfrm>
          <a:off x="0" y="3012053"/>
          <a:ext cx="9941941" cy="8027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8BDE7-C231-41BE-8C8B-9018325CA3F0}">
      <dsp:nvSpPr>
        <dsp:cNvPr id="0" name=""/>
        <dsp:cNvSpPr/>
      </dsp:nvSpPr>
      <dsp:spPr>
        <a:xfrm>
          <a:off x="242844" y="3192681"/>
          <a:ext cx="441535" cy="4415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DBECE-2330-48F0-852A-39C2388F76A6}">
      <dsp:nvSpPr>
        <dsp:cNvPr id="0" name=""/>
        <dsp:cNvSpPr/>
      </dsp:nvSpPr>
      <dsp:spPr>
        <a:xfrm>
          <a:off x="927224" y="3012053"/>
          <a:ext cx="9014716" cy="802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962" tIns="84962" rIns="84962" bIns="8496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1" kern="1200" baseline="0"/>
            <a:t>Bug:</a:t>
          </a:r>
          <a:r>
            <a:rPr lang="en-US" sz="2000" b="0" i="0" kern="1200" baseline="0"/>
            <a:t> AI deleted non-sensitive words (e.g., "Digital Classroom").</a:t>
          </a:r>
          <a:endParaRPr lang="en-US" sz="2000" kern="1200"/>
        </a:p>
      </dsp:txBody>
      <dsp:txXfrm>
        <a:off x="927224" y="3012053"/>
        <a:ext cx="9014716" cy="8027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B8680-8D4F-4D58-9815-EA5B72EA85BE}">
      <dsp:nvSpPr>
        <dsp:cNvPr id="0" name=""/>
        <dsp:cNvSpPr/>
      </dsp:nvSpPr>
      <dsp:spPr>
        <a:xfrm>
          <a:off x="0" y="0"/>
          <a:ext cx="7730158" cy="792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Backend Logic:</a:t>
          </a:r>
          <a:r>
            <a:rPr lang="en-US" sz="2000" b="0" i="0" kern="1200" baseline="0"/>
            <a:t> Python (Custom Hybrid Engine).</a:t>
          </a:r>
          <a:endParaRPr lang="en-US" sz="2000" kern="1200"/>
        </a:p>
      </dsp:txBody>
      <dsp:txXfrm>
        <a:off x="23203" y="23203"/>
        <a:ext cx="6808352" cy="745810"/>
      </dsp:txXfrm>
    </dsp:sp>
    <dsp:sp modelId="{B61F07CC-3F45-443D-889C-CCF6327E70E3}">
      <dsp:nvSpPr>
        <dsp:cNvPr id="0" name=""/>
        <dsp:cNvSpPr/>
      </dsp:nvSpPr>
      <dsp:spPr>
        <a:xfrm>
          <a:off x="647400" y="936256"/>
          <a:ext cx="7730158" cy="792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NLP Model:</a:t>
          </a:r>
          <a:r>
            <a:rPr lang="en-US" sz="2000" b="0" i="0" kern="1200" baseline="0"/>
            <a:t> Spacy (en_core_web_lg) for context understanding.</a:t>
          </a:r>
          <a:endParaRPr lang="en-US" sz="2000" kern="1200"/>
        </a:p>
      </dsp:txBody>
      <dsp:txXfrm>
        <a:off x="670603" y="959459"/>
        <a:ext cx="6521410" cy="745810"/>
      </dsp:txXfrm>
    </dsp:sp>
    <dsp:sp modelId="{90919E72-D3FD-4DC4-B0EA-989A4D107D30}">
      <dsp:nvSpPr>
        <dsp:cNvPr id="0" name=""/>
        <dsp:cNvSpPr/>
      </dsp:nvSpPr>
      <dsp:spPr>
        <a:xfrm>
          <a:off x="1285138" y="1872512"/>
          <a:ext cx="7730158" cy="792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Web Server:</a:t>
          </a:r>
          <a:r>
            <a:rPr lang="en-US" sz="2000" b="0" i="0" kern="1200" baseline="0"/>
            <a:t> Flask (API Integration).</a:t>
          </a:r>
          <a:endParaRPr lang="en-US" sz="2000" kern="1200"/>
        </a:p>
      </dsp:txBody>
      <dsp:txXfrm>
        <a:off x="1308341" y="1895715"/>
        <a:ext cx="6531073" cy="745810"/>
      </dsp:txXfrm>
    </dsp:sp>
    <dsp:sp modelId="{0173FD04-4B4D-4444-AD90-6634E5BBAC54}">
      <dsp:nvSpPr>
        <dsp:cNvPr id="0" name=""/>
        <dsp:cNvSpPr/>
      </dsp:nvSpPr>
      <dsp:spPr>
        <a:xfrm>
          <a:off x="1932539" y="2808769"/>
          <a:ext cx="7730158" cy="7922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Interface:</a:t>
          </a:r>
          <a:r>
            <a:rPr lang="en-US" sz="2000" b="0" i="0" kern="1200" baseline="0"/>
            <a:t> HTML/CSS (Cybersecurity Theme).</a:t>
          </a:r>
          <a:endParaRPr lang="en-US" sz="2000" kern="1200"/>
        </a:p>
      </dsp:txBody>
      <dsp:txXfrm>
        <a:off x="1955742" y="2831972"/>
        <a:ext cx="6521410" cy="745810"/>
      </dsp:txXfrm>
    </dsp:sp>
    <dsp:sp modelId="{26B9092A-5918-48BA-AC4B-2825CAA6D6DD}">
      <dsp:nvSpPr>
        <dsp:cNvPr id="0" name=""/>
        <dsp:cNvSpPr/>
      </dsp:nvSpPr>
      <dsp:spPr>
        <a:xfrm>
          <a:off x="7215217" y="606766"/>
          <a:ext cx="514940" cy="51494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331079" y="606766"/>
        <a:ext cx="283217" cy="387492"/>
      </dsp:txXfrm>
    </dsp:sp>
    <dsp:sp modelId="{F744DBCD-5044-494E-AD6E-AF859E83A13B}">
      <dsp:nvSpPr>
        <dsp:cNvPr id="0" name=""/>
        <dsp:cNvSpPr/>
      </dsp:nvSpPr>
      <dsp:spPr>
        <a:xfrm>
          <a:off x="7862618" y="1543022"/>
          <a:ext cx="514940" cy="51494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978480" y="1543022"/>
        <a:ext cx="283217" cy="387492"/>
      </dsp:txXfrm>
    </dsp:sp>
    <dsp:sp modelId="{2ACC5696-BAAB-4CA8-BC1E-FED1E1C1520F}">
      <dsp:nvSpPr>
        <dsp:cNvPr id="0" name=""/>
        <dsp:cNvSpPr/>
      </dsp:nvSpPr>
      <dsp:spPr>
        <a:xfrm>
          <a:off x="8500356" y="2479278"/>
          <a:ext cx="514940" cy="51494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616218" y="2479278"/>
        <a:ext cx="283217" cy="3874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618C1-9DBC-4657-B5F6-9AF27C3A3679}">
      <dsp:nvSpPr>
        <dsp:cNvPr id="0" name=""/>
        <dsp:cNvSpPr/>
      </dsp:nvSpPr>
      <dsp:spPr>
        <a:xfrm>
          <a:off x="75397" y="24808"/>
          <a:ext cx="1265237" cy="12652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7EF2A-B369-4D7C-A265-38CEE057158D}">
      <dsp:nvSpPr>
        <dsp:cNvPr id="0" name=""/>
        <dsp:cNvSpPr/>
      </dsp:nvSpPr>
      <dsp:spPr>
        <a:xfrm>
          <a:off x="341097" y="290507"/>
          <a:ext cx="733837" cy="7338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EC844-205E-4DBC-ADA7-146069A7E94D}">
      <dsp:nvSpPr>
        <dsp:cNvPr id="0" name=""/>
        <dsp:cNvSpPr/>
      </dsp:nvSpPr>
      <dsp:spPr>
        <a:xfrm>
          <a:off x="1611756" y="24808"/>
          <a:ext cx="2982345" cy="1265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Masking Mode:</a:t>
          </a:r>
          <a:r>
            <a:rPr lang="en-US" sz="2400" b="0" i="0" kern="1200" baseline="0"/>
            <a:t> Replace data with [EMAIL], [PHONE].</a:t>
          </a:r>
          <a:endParaRPr lang="en-US" sz="2400" kern="1200"/>
        </a:p>
      </dsp:txBody>
      <dsp:txXfrm>
        <a:off x="1611756" y="24808"/>
        <a:ext cx="2982345" cy="1265237"/>
      </dsp:txXfrm>
    </dsp:sp>
    <dsp:sp modelId="{2025E401-5948-48CD-BA97-A9505ABB42B2}">
      <dsp:nvSpPr>
        <dsp:cNvPr id="0" name=""/>
        <dsp:cNvSpPr/>
      </dsp:nvSpPr>
      <dsp:spPr>
        <a:xfrm>
          <a:off x="5113753" y="24808"/>
          <a:ext cx="1265237" cy="12652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85E2D-7478-4DB7-8102-8970F3BA3987}">
      <dsp:nvSpPr>
        <dsp:cNvPr id="0" name=""/>
        <dsp:cNvSpPr/>
      </dsp:nvSpPr>
      <dsp:spPr>
        <a:xfrm>
          <a:off x="5379452" y="290507"/>
          <a:ext cx="733837" cy="7338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81F86-372A-4E2B-A839-6CF82100FE31}">
      <dsp:nvSpPr>
        <dsp:cNvPr id="0" name=""/>
        <dsp:cNvSpPr/>
      </dsp:nvSpPr>
      <dsp:spPr>
        <a:xfrm>
          <a:off x="6650112" y="24808"/>
          <a:ext cx="2982345" cy="1265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Redaction Mode:</a:t>
          </a:r>
          <a:r>
            <a:rPr lang="en-US" sz="2400" b="0" i="0" kern="1200" baseline="0"/>
            <a:t> Complete removal for high security.</a:t>
          </a:r>
          <a:endParaRPr lang="en-US" sz="2400" kern="1200"/>
        </a:p>
      </dsp:txBody>
      <dsp:txXfrm>
        <a:off x="6650112" y="24808"/>
        <a:ext cx="2982345" cy="1265237"/>
      </dsp:txXfrm>
    </dsp:sp>
    <dsp:sp modelId="{C3EE51CB-BFD7-4876-BE75-C1AEC46D85D6}">
      <dsp:nvSpPr>
        <dsp:cNvPr id="0" name=""/>
        <dsp:cNvSpPr/>
      </dsp:nvSpPr>
      <dsp:spPr>
        <a:xfrm>
          <a:off x="75397" y="1818497"/>
          <a:ext cx="1265237" cy="12652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F4F57-08ED-42AC-9CC4-DA4B8458544A}">
      <dsp:nvSpPr>
        <dsp:cNvPr id="0" name=""/>
        <dsp:cNvSpPr/>
      </dsp:nvSpPr>
      <dsp:spPr>
        <a:xfrm>
          <a:off x="341097" y="2084197"/>
          <a:ext cx="733837" cy="7338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C6976-7212-4383-BB02-DB009A0E57A7}">
      <dsp:nvSpPr>
        <dsp:cNvPr id="0" name=""/>
        <dsp:cNvSpPr/>
      </dsp:nvSpPr>
      <dsp:spPr>
        <a:xfrm>
          <a:off x="1611756" y="1818497"/>
          <a:ext cx="2982345" cy="1265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Accuracy Metric:</a:t>
          </a:r>
          <a:r>
            <a:rPr lang="en-US" sz="2400" b="0" i="0" kern="1200" baseline="0"/>
            <a:t> Real-time Levenshtein Similarity Score.</a:t>
          </a:r>
          <a:endParaRPr lang="en-US" sz="2400" kern="1200"/>
        </a:p>
      </dsp:txBody>
      <dsp:txXfrm>
        <a:off x="1611756" y="1818497"/>
        <a:ext cx="2982345" cy="1265237"/>
      </dsp:txXfrm>
    </dsp:sp>
    <dsp:sp modelId="{AA71D226-CD60-4571-A4D9-991FC0585C68}">
      <dsp:nvSpPr>
        <dsp:cNvPr id="0" name=""/>
        <dsp:cNvSpPr/>
      </dsp:nvSpPr>
      <dsp:spPr>
        <a:xfrm>
          <a:off x="5113753" y="1818497"/>
          <a:ext cx="1265237" cy="12652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EF6CE0-117A-454C-B811-A789AE8D22B9}">
      <dsp:nvSpPr>
        <dsp:cNvPr id="0" name=""/>
        <dsp:cNvSpPr/>
      </dsp:nvSpPr>
      <dsp:spPr>
        <a:xfrm>
          <a:off x="5379452" y="2084197"/>
          <a:ext cx="733837" cy="7338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53320-D28F-45E5-9556-1262FCCDD961}">
      <dsp:nvSpPr>
        <dsp:cNvPr id="0" name=""/>
        <dsp:cNvSpPr/>
      </dsp:nvSpPr>
      <dsp:spPr>
        <a:xfrm>
          <a:off x="6650112" y="1818497"/>
          <a:ext cx="2982345" cy="1265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Data Log:</a:t>
          </a:r>
          <a:r>
            <a:rPr lang="en-US" sz="2400" b="0" i="0" kern="1200" baseline="0"/>
            <a:t> Entity Visualization Table</a:t>
          </a:r>
          <a:endParaRPr lang="en-US" sz="2400" kern="1200"/>
        </a:p>
      </dsp:txBody>
      <dsp:txXfrm>
        <a:off x="6650112" y="1818497"/>
        <a:ext cx="2982345" cy="1265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64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8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8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5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6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2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520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10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3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5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1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5434F-A5B9-4439-981F-61B0C409E7F2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64ACF-F77F-4159-A094-398F05F5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0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bstract picture of the brain made up of patterns">
            <a:extLst>
              <a:ext uri="{FF2B5EF4-FFF2-40B4-BE49-F238E27FC236}">
                <a16:creationId xmlns:a16="http://schemas.microsoft.com/office/drawing/2014/main" id="{D401FE58-A399-B5DC-846B-7A16E1E10E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36" b="-2"/>
          <a:stretch>
            <a:fillRect/>
          </a:stretch>
        </p:blipFill>
        <p:spPr>
          <a:xfrm>
            <a:off x="4038599" y="54874"/>
            <a:ext cx="8160026" cy="6875809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37145-43E0-A75B-368C-E5AA6BDD2E37}"/>
              </a:ext>
            </a:extLst>
          </p:cNvPr>
          <p:cNvSpPr txBox="1"/>
          <p:nvPr/>
        </p:nvSpPr>
        <p:spPr>
          <a:xfrm>
            <a:off x="534473" y="2950387"/>
            <a:ext cx="3052293" cy="35314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Smart</a:t>
            </a:r>
            <a:r>
              <a:rPr lang="en-US" sz="4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Redactor</a:t>
            </a:r>
            <a:endParaRPr lang="en-US" sz="4000" b="1" cap="all">
              <a:ln w="3175" cmpd="sng">
                <a:noFill/>
              </a:ln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4B61BE-F326-20C2-1A29-FAD6DF9507BC}"/>
              </a:ext>
            </a:extLst>
          </p:cNvPr>
          <p:cNvSpPr txBox="1"/>
          <p:nvPr/>
        </p:nvSpPr>
        <p:spPr>
          <a:xfrm>
            <a:off x="777922" y="743803"/>
            <a:ext cx="2808844" cy="1382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2000">
                <a:solidFill>
                  <a:srgbClr val="FFFFFF"/>
                </a:solidFill>
              </a:rPr>
              <a:t>Automated Sensitive Data Removal System</a:t>
            </a:r>
            <a:endParaRPr lang="en-US" sz="2000" cap="all">
              <a:ln w="3175" cmpd="sng">
                <a:noFill/>
              </a:ln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40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8F423-7550-B57C-6B32-42A7CA8901C9}"/>
              </a:ext>
            </a:extLst>
          </p:cNvPr>
          <p:cNvSpPr txBox="1"/>
          <p:nvPr/>
        </p:nvSpPr>
        <p:spPr>
          <a:xfrm>
            <a:off x="1136397" y="1219200"/>
            <a:ext cx="5323715" cy="9257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ea typeface="+mj-ea"/>
                <a:cs typeface="+mj-cs"/>
              </a:rPr>
              <a:t>Cybersecurity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A9AA7-D849-E408-F965-472BA4B513C2}"/>
              </a:ext>
            </a:extLst>
          </p:cNvPr>
          <p:cNvSpPr txBox="1"/>
          <p:nvPr/>
        </p:nvSpPr>
        <p:spPr>
          <a:xfrm>
            <a:off x="1136397" y="2647010"/>
            <a:ext cx="5315189" cy="1930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Tisha Das Gupta  </a:t>
            </a:r>
            <a:r>
              <a:rPr lang="en-US" sz="2000" dirty="0"/>
              <a:t>2531179038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Munira Akter  </a:t>
            </a:r>
            <a:r>
              <a:rPr lang="en-US" sz="2000" dirty="0"/>
              <a:t>242532038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Afrine</a:t>
            </a:r>
            <a:r>
              <a:rPr lang="en-US" sz="2000" b="1" dirty="0"/>
              <a:t> Akter </a:t>
            </a:r>
            <a:r>
              <a:rPr lang="en-US" sz="2000" b="1" dirty="0" err="1"/>
              <a:t>Jeme</a:t>
            </a:r>
            <a:r>
              <a:rPr lang="en-US" sz="2000" b="1" dirty="0"/>
              <a:t> </a:t>
            </a:r>
            <a:r>
              <a:rPr lang="en-US" sz="2000" dirty="0"/>
              <a:t>252568040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A logo of a university&#10;&#10;AI-generated content may be incorrect.">
            <a:extLst>
              <a:ext uri="{FF2B5EF4-FFF2-40B4-BE49-F238E27FC236}">
                <a16:creationId xmlns:a16="http://schemas.microsoft.com/office/drawing/2014/main" id="{344EE0FB-12FD-1918-7E0D-B562252B0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" r="5644"/>
          <a:stretch>
            <a:fillRect/>
          </a:stretch>
        </p:blipFill>
        <p:spPr>
          <a:xfrm>
            <a:off x="7587983" y="1601307"/>
            <a:ext cx="2648136" cy="297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3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2DCB6-5A38-CA42-20B9-3EF25CAE8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2CE30C-B078-3320-157F-A3ECE0F79CF1}"/>
              </a:ext>
            </a:extLst>
          </p:cNvPr>
          <p:cNvSpPr/>
          <p:nvPr/>
        </p:nvSpPr>
        <p:spPr>
          <a:xfrm>
            <a:off x="0" y="0"/>
            <a:ext cx="12192000" cy="13533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9FC4EF-BE42-25C4-1819-3A4F6C0354FE}"/>
              </a:ext>
            </a:extLst>
          </p:cNvPr>
          <p:cNvSpPr txBox="1"/>
          <p:nvPr/>
        </p:nvSpPr>
        <p:spPr>
          <a:xfrm>
            <a:off x="2095500" y="235842"/>
            <a:ext cx="78120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Arial" panose="020B0604020202020204" pitchFamily="34" charset="0"/>
              </a:rPr>
              <a:t>Objective:</a:t>
            </a:r>
            <a:r>
              <a:rPr lang="en-US" altLang="en-US" sz="2800" dirty="0">
                <a:latin typeface="Arial" panose="020B0604020202020204" pitchFamily="34" charset="0"/>
              </a:rPr>
              <a:t> Redact PII (Personally Identifiable Information) from text.</a:t>
            </a:r>
          </a:p>
          <a:p>
            <a:endParaRPr lang="en-US" sz="2400" b="1" dirty="0"/>
          </a:p>
        </p:txBody>
      </p:sp>
      <p:graphicFrame>
        <p:nvGraphicFramePr>
          <p:cNvPr id="11" name="Rectangle 2">
            <a:extLst>
              <a:ext uri="{FF2B5EF4-FFF2-40B4-BE49-F238E27FC236}">
                <a16:creationId xmlns:a16="http://schemas.microsoft.com/office/drawing/2014/main" id="{C19FB2FA-64D4-66B9-8512-1A3B60A490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770997"/>
              </p:ext>
            </p:extLst>
          </p:nvPr>
        </p:nvGraphicFramePr>
        <p:xfrm>
          <a:off x="929640" y="3043134"/>
          <a:ext cx="10332720" cy="2582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08588E0-42C6-D9D5-4B54-8FC66E918DEB}"/>
              </a:ext>
            </a:extLst>
          </p:cNvPr>
          <p:cNvSpPr txBox="1"/>
          <p:nvPr/>
        </p:nvSpPr>
        <p:spPr>
          <a:xfrm>
            <a:off x="1204121" y="1795123"/>
            <a:ext cx="6102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Core Constraints</a:t>
            </a:r>
            <a:r>
              <a:rPr lang="en-US" sz="18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10428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C02C-B8A6-2E55-853A-47131409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DF19AD-5E57-7409-6D79-67A46CDFFC03}"/>
              </a:ext>
            </a:extLst>
          </p:cNvPr>
          <p:cNvSpPr/>
          <p:nvPr/>
        </p:nvSpPr>
        <p:spPr>
          <a:xfrm>
            <a:off x="0" y="0"/>
            <a:ext cx="12192000" cy="13533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73061-084F-6E1F-A472-947AAA643940}"/>
              </a:ext>
            </a:extLst>
          </p:cNvPr>
          <p:cNvSpPr txBox="1"/>
          <p:nvPr/>
        </p:nvSpPr>
        <p:spPr>
          <a:xfrm>
            <a:off x="2781300" y="291935"/>
            <a:ext cx="6838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400" b="1" dirty="0"/>
              <a:t>Initial Attempts &amp; Failures</a:t>
            </a:r>
          </a:p>
        </p:txBody>
      </p:sp>
      <p:graphicFrame>
        <p:nvGraphicFramePr>
          <p:cNvPr id="12" name="Rectangle 4">
            <a:extLst>
              <a:ext uri="{FF2B5EF4-FFF2-40B4-BE49-F238E27FC236}">
                <a16:creationId xmlns:a16="http://schemas.microsoft.com/office/drawing/2014/main" id="{5866DDAE-37DE-F2EE-87A4-9562F46783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58291" y="2087047"/>
          <a:ext cx="9941941" cy="3816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700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9209-9AAD-8C51-9FBB-EAEC22DE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3C1AD6-353E-902F-664D-DF76FBA30B12}"/>
              </a:ext>
            </a:extLst>
          </p:cNvPr>
          <p:cNvSpPr/>
          <p:nvPr/>
        </p:nvSpPr>
        <p:spPr>
          <a:xfrm>
            <a:off x="0" y="0"/>
            <a:ext cx="12192000" cy="13533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C4398-F9E9-6FD2-0383-DC3C8FB5CA1C}"/>
              </a:ext>
            </a:extLst>
          </p:cNvPr>
          <p:cNvSpPr txBox="1"/>
          <p:nvPr/>
        </p:nvSpPr>
        <p:spPr>
          <a:xfrm>
            <a:off x="2403348" y="353490"/>
            <a:ext cx="7385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The Breakthrough: Hybrid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E42D1-C23E-7A14-D8E7-029E8FD80A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1403" y="1802017"/>
            <a:ext cx="10325989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Developed a 3-Step Pipeline: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Step 1: Placeholder Injection (Regex):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  Converted IPs/Emails to temp tags (___IP___) to stop AI interference.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Step 2: Context-Aware Cleaning: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  Logic to clean data after keys like Name:, City: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Step 3: VIP Safe List (False Positive Prevention):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"/>
              </a:rPr>
              <a:t>  Whitelisted common words (Hotel, SMS) to prevent over-redaction.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48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3D79-72A2-0737-B6C5-3DF183C2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0F5D8B-BE41-AFFE-D7D7-F962F8263DAA}"/>
              </a:ext>
            </a:extLst>
          </p:cNvPr>
          <p:cNvSpPr/>
          <p:nvPr/>
        </p:nvSpPr>
        <p:spPr>
          <a:xfrm>
            <a:off x="0" y="0"/>
            <a:ext cx="12192000" cy="13533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ABD7B-34E0-25AA-AFDB-656CCBBC6E40}"/>
              </a:ext>
            </a:extLst>
          </p:cNvPr>
          <p:cNvSpPr txBox="1"/>
          <p:nvPr/>
        </p:nvSpPr>
        <p:spPr>
          <a:xfrm>
            <a:off x="4245142" y="322713"/>
            <a:ext cx="4578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/>
              <a:t>Technology Stack</a:t>
            </a:r>
          </a:p>
        </p:txBody>
      </p:sp>
      <p:graphicFrame>
        <p:nvGraphicFramePr>
          <p:cNvPr id="11" name="Content Placeholder 1">
            <a:extLst>
              <a:ext uri="{FF2B5EF4-FFF2-40B4-BE49-F238E27FC236}">
                <a16:creationId xmlns:a16="http://schemas.microsoft.com/office/drawing/2014/main" id="{4B5F7C11-3D44-1DBF-2015-64454ADFE1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1094" y="2273792"/>
          <a:ext cx="9662698" cy="3600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1233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17841-5DD8-DE5F-EE6D-0769BB3E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4DC09A-75F8-773E-587D-804DCCF314CF}"/>
              </a:ext>
            </a:extLst>
          </p:cNvPr>
          <p:cNvSpPr/>
          <p:nvPr/>
        </p:nvSpPr>
        <p:spPr>
          <a:xfrm>
            <a:off x="0" y="0"/>
            <a:ext cx="12192000" cy="13533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2EB88-90C9-64D2-47EB-1F1D531637F4}"/>
              </a:ext>
            </a:extLst>
          </p:cNvPr>
          <p:cNvSpPr txBox="1"/>
          <p:nvPr/>
        </p:nvSpPr>
        <p:spPr>
          <a:xfrm>
            <a:off x="2616591" y="322713"/>
            <a:ext cx="7500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/>
              <a:t>Final Implementation &amp; Features</a:t>
            </a:r>
          </a:p>
        </p:txBody>
      </p:sp>
      <p:graphicFrame>
        <p:nvGraphicFramePr>
          <p:cNvPr id="13" name="Rectangle 2">
            <a:extLst>
              <a:ext uri="{FF2B5EF4-FFF2-40B4-BE49-F238E27FC236}">
                <a16:creationId xmlns:a16="http://schemas.microsoft.com/office/drawing/2014/main" id="{F752F427-6742-5D35-A717-2D7A2B97CC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5794" y="2468496"/>
          <a:ext cx="9707855" cy="31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3305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E1BB-82A7-3C4F-57BE-04A4F438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0847BF-C184-88A8-C391-CCFD50FDD735}"/>
              </a:ext>
            </a:extLst>
          </p:cNvPr>
          <p:cNvSpPr/>
          <p:nvPr/>
        </p:nvSpPr>
        <p:spPr>
          <a:xfrm>
            <a:off x="0" y="0"/>
            <a:ext cx="12192000" cy="13533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6ECD43-BBF3-4CA5-4C89-2D2C85736C77}"/>
              </a:ext>
            </a:extLst>
          </p:cNvPr>
          <p:cNvSpPr txBox="1"/>
          <p:nvPr/>
        </p:nvSpPr>
        <p:spPr>
          <a:xfrm>
            <a:off x="4726746" y="322713"/>
            <a:ext cx="4135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/>
              <a:t>Application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C2AE03-9DF2-8163-EA33-65E07D1957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8800" y="2512358"/>
            <a:ext cx="8719319" cy="4222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89AF13-CC97-0144-AC90-66DDCEC5454A}"/>
              </a:ext>
            </a:extLst>
          </p:cNvPr>
          <p:cNvSpPr txBox="1"/>
          <p:nvPr/>
        </p:nvSpPr>
        <p:spPr>
          <a:xfrm>
            <a:off x="1083212" y="1772856"/>
            <a:ext cx="437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REDACT MODE</a:t>
            </a:r>
            <a:r>
              <a:rPr lang="en-US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19777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DF550-EE69-7CB1-626F-C2FC73D3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482BA0-2123-70AF-056F-AF19D82F87BC}"/>
              </a:ext>
            </a:extLst>
          </p:cNvPr>
          <p:cNvSpPr/>
          <p:nvPr/>
        </p:nvSpPr>
        <p:spPr>
          <a:xfrm>
            <a:off x="0" y="0"/>
            <a:ext cx="12192000" cy="135331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2D88A-1B79-ECE1-3510-46BB6D98BEFB}"/>
              </a:ext>
            </a:extLst>
          </p:cNvPr>
          <p:cNvSpPr txBox="1"/>
          <p:nvPr/>
        </p:nvSpPr>
        <p:spPr>
          <a:xfrm>
            <a:off x="4726746" y="322713"/>
            <a:ext cx="4135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/>
              <a:t>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977FE-1D69-52D8-3435-F4362F3984E1}"/>
              </a:ext>
            </a:extLst>
          </p:cNvPr>
          <p:cNvSpPr txBox="1"/>
          <p:nvPr/>
        </p:nvSpPr>
        <p:spPr>
          <a:xfrm>
            <a:off x="1083212" y="1772856"/>
            <a:ext cx="4375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MASK MODE</a:t>
            </a:r>
            <a:r>
              <a:rPr lang="en-US" sz="2400" dirty="0"/>
              <a:t>: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4DDAD6-4E52-9CE1-F8D1-FE8B149A5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664" y="2489982"/>
            <a:ext cx="8598515" cy="4185330"/>
          </a:xfrm>
        </p:spPr>
      </p:pic>
    </p:spTree>
    <p:extLst>
      <p:ext uri="{BB962C8B-B14F-4D97-AF65-F5344CB8AC3E}">
        <p14:creationId xmlns:p14="http://schemas.microsoft.com/office/powerpoint/2010/main" val="299851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EB82B1-5C21-2385-C52E-822E830F182C}"/>
              </a:ext>
            </a:extLst>
          </p:cNvPr>
          <p:cNvSpPr txBox="1"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kern="1200" cap="all">
                <a:ln w="3175" cmpd="sng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577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193</TotalTime>
  <Words>294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RatinRazin</dc:creator>
  <cp:lastModifiedBy>RatinRazin</cp:lastModifiedBy>
  <cp:revision>2</cp:revision>
  <dcterms:created xsi:type="dcterms:W3CDTF">2025-11-21T16:37:54Z</dcterms:created>
  <dcterms:modified xsi:type="dcterms:W3CDTF">2025-11-29T07:07:21Z</dcterms:modified>
</cp:coreProperties>
</file>